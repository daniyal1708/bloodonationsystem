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8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54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husro Khan" userId="c9c704fe31f761ae" providerId="LiveId" clId="{489C9A56-42AD-40CD-9A35-D3D818DAE9FE}"/>
    <pc:docChg chg="undo custSel modSld">
      <pc:chgData name="Khusro Khan" userId="c9c704fe31f761ae" providerId="LiveId" clId="{489C9A56-42AD-40CD-9A35-D3D818DAE9FE}" dt="2026-06-02T05:22:50.483" v="86" actId="478"/>
      <pc:docMkLst>
        <pc:docMk/>
      </pc:docMkLst>
      <pc:sldChg chg="delSp modSp mod">
        <pc:chgData name="Khusro Khan" userId="c9c704fe31f761ae" providerId="LiveId" clId="{489C9A56-42AD-40CD-9A35-D3D818DAE9FE}" dt="2026-06-02T05:18:02.216" v="63"/>
        <pc:sldMkLst>
          <pc:docMk/>
          <pc:sldMk cId="0" sldId="256"/>
        </pc:sldMkLst>
        <pc:spChg chg="del">
          <ac:chgData name="Khusro Khan" userId="c9c704fe31f761ae" providerId="LiveId" clId="{489C9A56-42AD-40CD-9A35-D3D818DAE9FE}" dt="2026-06-02T05:16:57.520" v="1" actId="478"/>
          <ac:spMkLst>
            <pc:docMk/>
            <pc:sldMk cId="0" sldId="256"/>
            <ac:spMk id="13" creationId="{00000000-0000-0000-0000-000000000000}"/>
          </ac:spMkLst>
        </pc:spChg>
        <pc:spChg chg="del">
          <ac:chgData name="Khusro Khan" userId="c9c704fe31f761ae" providerId="LiveId" clId="{489C9A56-42AD-40CD-9A35-D3D818DAE9FE}" dt="2026-06-02T05:16:52.268" v="0" actId="478"/>
          <ac:spMkLst>
            <pc:docMk/>
            <pc:sldMk cId="0" sldId="256"/>
            <ac:spMk id="14" creationId="{00000000-0000-0000-0000-000000000000}"/>
          </ac:spMkLst>
        </pc:spChg>
        <pc:spChg chg="mod">
          <ac:chgData name="Khusro Khan" userId="c9c704fe31f761ae" providerId="LiveId" clId="{489C9A56-42AD-40CD-9A35-D3D818DAE9FE}" dt="2026-06-02T05:18:02.216" v="63"/>
          <ac:spMkLst>
            <pc:docMk/>
            <pc:sldMk cId="0" sldId="256"/>
            <ac:spMk id="15" creationId="{00000000-0000-0000-0000-000000000000}"/>
          </ac:spMkLst>
        </pc:spChg>
      </pc:sldChg>
      <pc:sldChg chg="delSp modSp mod">
        <pc:chgData name="Khusro Khan" userId="c9c704fe31f761ae" providerId="LiveId" clId="{489C9A56-42AD-40CD-9A35-D3D818DAE9FE}" dt="2026-06-02T05:21:26.771" v="83" actId="478"/>
        <pc:sldMkLst>
          <pc:docMk/>
          <pc:sldMk cId="0" sldId="260"/>
        </pc:sldMkLst>
        <pc:spChg chg="del">
          <ac:chgData name="Khusro Khan" userId="c9c704fe31f761ae" providerId="LiveId" clId="{489C9A56-42AD-40CD-9A35-D3D818DAE9FE}" dt="2026-06-02T05:21:26.771" v="83" actId="478"/>
          <ac:spMkLst>
            <pc:docMk/>
            <pc:sldMk cId="0" sldId="260"/>
            <ac:spMk id="5" creationId="{00000000-0000-0000-0000-000000000000}"/>
          </ac:spMkLst>
        </pc:spChg>
        <pc:spChg chg="mod">
          <ac:chgData name="Khusro Khan" userId="c9c704fe31f761ae" providerId="LiveId" clId="{489C9A56-42AD-40CD-9A35-D3D818DAE9FE}" dt="2026-06-02T05:20:38.526" v="77" actId="14100"/>
          <ac:spMkLst>
            <pc:docMk/>
            <pc:sldMk cId="0" sldId="260"/>
            <ac:spMk id="28" creationId="{00000000-0000-0000-0000-000000000000}"/>
          </ac:spMkLst>
        </pc:spChg>
        <pc:spChg chg="mod">
          <ac:chgData name="Khusro Khan" userId="c9c704fe31f761ae" providerId="LiveId" clId="{489C9A56-42AD-40CD-9A35-D3D818DAE9FE}" dt="2026-06-02T05:20:42.374" v="78" actId="14100"/>
          <ac:spMkLst>
            <pc:docMk/>
            <pc:sldMk cId="0" sldId="260"/>
            <ac:spMk id="29" creationId="{00000000-0000-0000-0000-000000000000}"/>
          </ac:spMkLst>
        </pc:spChg>
        <pc:spChg chg="mod">
          <ac:chgData name="Khusro Khan" userId="c9c704fe31f761ae" providerId="LiveId" clId="{489C9A56-42AD-40CD-9A35-D3D818DAE9FE}" dt="2026-06-02T05:20:49.205" v="80" actId="14100"/>
          <ac:spMkLst>
            <pc:docMk/>
            <pc:sldMk cId="0" sldId="260"/>
            <ac:spMk id="30" creationId="{00000000-0000-0000-0000-000000000000}"/>
          </ac:spMkLst>
        </pc:spChg>
        <pc:spChg chg="mod">
          <ac:chgData name="Khusro Khan" userId="c9c704fe31f761ae" providerId="LiveId" clId="{489C9A56-42AD-40CD-9A35-D3D818DAE9FE}" dt="2026-06-02T05:20:46.253" v="79" actId="14100"/>
          <ac:spMkLst>
            <pc:docMk/>
            <pc:sldMk cId="0" sldId="260"/>
            <ac:spMk id="31" creationId="{00000000-0000-0000-0000-000000000000}"/>
          </ac:spMkLst>
        </pc:spChg>
        <pc:spChg chg="mod">
          <ac:chgData name="Khusro Khan" userId="c9c704fe31f761ae" providerId="LiveId" clId="{489C9A56-42AD-40CD-9A35-D3D818DAE9FE}" dt="2026-06-02T05:21:10.315" v="82" actId="14100"/>
          <ac:spMkLst>
            <pc:docMk/>
            <pc:sldMk cId="0" sldId="260"/>
            <ac:spMk id="32" creationId="{00000000-0000-0000-0000-000000000000}"/>
          </ac:spMkLst>
        </pc:spChg>
      </pc:sldChg>
      <pc:sldChg chg="delSp mod">
        <pc:chgData name="Khusro Khan" userId="c9c704fe31f761ae" providerId="LiveId" clId="{489C9A56-42AD-40CD-9A35-D3D818DAE9FE}" dt="2026-06-02T05:21:42.387" v="84" actId="478"/>
        <pc:sldMkLst>
          <pc:docMk/>
          <pc:sldMk cId="0" sldId="261"/>
        </pc:sldMkLst>
        <pc:spChg chg="del">
          <ac:chgData name="Khusro Khan" userId="c9c704fe31f761ae" providerId="LiveId" clId="{489C9A56-42AD-40CD-9A35-D3D818DAE9FE}" dt="2026-06-02T05:21:42.387" v="84" actId="478"/>
          <ac:spMkLst>
            <pc:docMk/>
            <pc:sldMk cId="0" sldId="261"/>
            <ac:spMk id="5" creationId="{00000000-0000-0000-0000-000000000000}"/>
          </ac:spMkLst>
        </pc:spChg>
      </pc:sldChg>
      <pc:sldChg chg="delSp mod">
        <pc:chgData name="Khusro Khan" userId="c9c704fe31f761ae" providerId="LiveId" clId="{489C9A56-42AD-40CD-9A35-D3D818DAE9FE}" dt="2026-06-02T05:21:47.125" v="85" actId="478"/>
        <pc:sldMkLst>
          <pc:docMk/>
          <pc:sldMk cId="0" sldId="262"/>
        </pc:sldMkLst>
        <pc:spChg chg="del">
          <ac:chgData name="Khusro Khan" userId="c9c704fe31f761ae" providerId="LiveId" clId="{489C9A56-42AD-40CD-9A35-D3D818DAE9FE}" dt="2026-06-02T05:21:47.125" v="85" actId="478"/>
          <ac:spMkLst>
            <pc:docMk/>
            <pc:sldMk cId="0" sldId="262"/>
            <ac:spMk id="5" creationId="{00000000-0000-0000-0000-000000000000}"/>
          </ac:spMkLst>
        </pc:spChg>
      </pc:sldChg>
      <pc:sldChg chg="delSp mod">
        <pc:chgData name="Khusro Khan" userId="c9c704fe31f761ae" providerId="LiveId" clId="{489C9A56-42AD-40CD-9A35-D3D818DAE9FE}" dt="2026-06-02T05:22:50.483" v="86" actId="478"/>
        <pc:sldMkLst>
          <pc:docMk/>
          <pc:sldMk cId="0" sldId="263"/>
        </pc:sldMkLst>
        <pc:spChg chg="del">
          <ac:chgData name="Khusro Khan" userId="c9c704fe31f761ae" providerId="LiveId" clId="{489C9A56-42AD-40CD-9A35-D3D818DAE9FE}" dt="2026-06-02T05:22:50.483" v="86" actId="478"/>
          <ac:spMkLst>
            <pc:docMk/>
            <pc:sldMk cId="0" sldId="263"/>
            <ac:spMk id="5" creationId="{00000000-0000-0000-0000-000000000000}"/>
          </ac:spMkLst>
        </pc:spChg>
      </pc:sldChg>
      <pc:sldChg chg="delSp modSp mod">
        <pc:chgData name="Khusro Khan" userId="c9c704fe31f761ae" providerId="LiveId" clId="{489C9A56-42AD-40CD-9A35-D3D818DAE9FE}" dt="2026-06-02T05:18:29.434" v="65" actId="478"/>
        <pc:sldMkLst>
          <pc:docMk/>
          <pc:sldMk cId="0" sldId="264"/>
        </pc:sldMkLst>
        <pc:spChg chg="del mod">
          <ac:chgData name="Khusro Khan" userId="c9c704fe31f761ae" providerId="LiveId" clId="{489C9A56-42AD-40CD-9A35-D3D818DAE9FE}" dt="2026-06-02T05:18:29.434" v="65" actId="478"/>
          <ac:spMkLst>
            <pc:docMk/>
            <pc:sldMk cId="0" sldId="264"/>
            <ac:spMk id="113" creationId="{00000000-0000-0000-0000-000000000000}"/>
          </ac:spMkLst>
        </pc:spChg>
      </pc:sldChg>
      <pc:sldChg chg="delSp modSp mod">
        <pc:chgData name="Khusro Khan" userId="c9c704fe31f761ae" providerId="LiveId" clId="{489C9A56-42AD-40CD-9A35-D3D818DAE9FE}" dt="2026-06-02T05:18:58.897" v="67" actId="1076"/>
        <pc:sldMkLst>
          <pc:docMk/>
          <pc:sldMk cId="0" sldId="265"/>
        </pc:sldMkLst>
        <pc:spChg chg="del">
          <ac:chgData name="Khusro Khan" userId="c9c704fe31f761ae" providerId="LiveId" clId="{489C9A56-42AD-40CD-9A35-D3D818DAE9FE}" dt="2026-06-02T05:18:52.148" v="66" actId="478"/>
          <ac:spMkLst>
            <pc:docMk/>
            <pc:sldMk cId="0" sldId="265"/>
            <ac:spMk id="5" creationId="{00000000-0000-0000-0000-000000000000}"/>
          </ac:spMkLst>
        </pc:spChg>
        <pc:spChg chg="mod">
          <ac:chgData name="Khusro Khan" userId="c9c704fe31f761ae" providerId="LiveId" clId="{489C9A56-42AD-40CD-9A35-D3D818DAE9FE}" dt="2026-06-02T05:18:58.897" v="67" actId="1076"/>
          <ac:spMkLst>
            <pc:docMk/>
            <pc:sldMk cId="0" sldId="265"/>
            <ac:spMk id="22" creationId="{00000000-0000-0000-0000-000000000000}"/>
          </ac:spMkLst>
        </pc:spChg>
        <pc:spChg chg="mod">
          <ac:chgData name="Khusro Khan" userId="c9c704fe31f761ae" providerId="LiveId" clId="{489C9A56-42AD-40CD-9A35-D3D818DAE9FE}" dt="2026-06-02T05:18:58.897" v="67" actId="1076"/>
          <ac:spMkLst>
            <pc:docMk/>
            <pc:sldMk cId="0" sldId="265"/>
            <ac:spMk id="24" creationId="{00000000-0000-0000-0000-000000000000}"/>
          </ac:spMkLst>
        </pc:spChg>
        <pc:spChg chg="mod">
          <ac:chgData name="Khusro Khan" userId="c9c704fe31f761ae" providerId="LiveId" clId="{489C9A56-42AD-40CD-9A35-D3D818DAE9FE}" dt="2026-06-02T05:18:58.897" v="67" actId="1076"/>
          <ac:spMkLst>
            <pc:docMk/>
            <pc:sldMk cId="0" sldId="265"/>
            <ac:spMk id="29" creationId="{00000000-0000-0000-0000-000000000000}"/>
          </ac:spMkLst>
        </pc:spChg>
        <pc:spChg chg="mod">
          <ac:chgData name="Khusro Khan" userId="c9c704fe31f761ae" providerId="LiveId" clId="{489C9A56-42AD-40CD-9A35-D3D818DAE9FE}" dt="2026-06-02T05:18:58.897" v="67" actId="1076"/>
          <ac:spMkLst>
            <pc:docMk/>
            <pc:sldMk cId="0" sldId="265"/>
            <ac:spMk id="31" creationId="{00000000-0000-0000-0000-000000000000}"/>
          </ac:spMkLst>
        </pc:spChg>
        <pc:spChg chg="mod">
          <ac:chgData name="Khusro Khan" userId="c9c704fe31f761ae" providerId="LiveId" clId="{489C9A56-42AD-40CD-9A35-D3D818DAE9FE}" dt="2026-06-02T05:18:58.897" v="67" actId="1076"/>
          <ac:spMkLst>
            <pc:docMk/>
            <pc:sldMk cId="0" sldId="265"/>
            <ac:spMk id="41" creationId="{00000000-0000-0000-0000-000000000000}"/>
          </ac:spMkLst>
        </pc:spChg>
        <pc:spChg chg="mod">
          <ac:chgData name="Khusro Khan" userId="c9c704fe31f761ae" providerId="LiveId" clId="{489C9A56-42AD-40CD-9A35-D3D818DAE9FE}" dt="2026-06-02T05:18:58.897" v="67" actId="1076"/>
          <ac:spMkLst>
            <pc:docMk/>
            <pc:sldMk cId="0" sldId="265"/>
            <ac:spMk id="57" creationId="{00000000-0000-0000-0000-000000000000}"/>
          </ac:spMkLst>
        </pc:spChg>
        <pc:spChg chg="mod">
          <ac:chgData name="Khusro Khan" userId="c9c704fe31f761ae" providerId="LiveId" clId="{489C9A56-42AD-40CD-9A35-D3D818DAE9FE}" dt="2026-06-02T05:18:58.897" v="67" actId="1076"/>
          <ac:spMkLst>
            <pc:docMk/>
            <pc:sldMk cId="0" sldId="265"/>
            <ac:spMk id="75" creationId="{00000000-0000-0000-0000-000000000000}"/>
          </ac:spMkLst>
        </pc:spChg>
        <pc:spChg chg="mod">
          <ac:chgData name="Khusro Khan" userId="c9c704fe31f761ae" providerId="LiveId" clId="{489C9A56-42AD-40CD-9A35-D3D818DAE9FE}" dt="2026-06-02T05:18:58.897" v="67" actId="1076"/>
          <ac:spMkLst>
            <pc:docMk/>
            <pc:sldMk cId="0" sldId="265"/>
            <ac:spMk id="80" creationId="{00000000-0000-0000-0000-000000000000}"/>
          </ac:spMkLst>
        </pc:spChg>
        <pc:spChg chg="mod">
          <ac:chgData name="Khusro Khan" userId="c9c704fe31f761ae" providerId="LiveId" clId="{489C9A56-42AD-40CD-9A35-D3D818DAE9FE}" dt="2026-06-02T05:18:58.897" v="67" actId="1076"/>
          <ac:spMkLst>
            <pc:docMk/>
            <pc:sldMk cId="0" sldId="265"/>
            <ac:spMk id="84" creationId="{00000000-0000-0000-0000-000000000000}"/>
          </ac:spMkLst>
        </pc:spChg>
        <pc:spChg chg="mod">
          <ac:chgData name="Khusro Khan" userId="c9c704fe31f761ae" providerId="LiveId" clId="{489C9A56-42AD-40CD-9A35-D3D818DAE9FE}" dt="2026-06-02T05:18:58.897" v="67" actId="1076"/>
          <ac:spMkLst>
            <pc:docMk/>
            <pc:sldMk cId="0" sldId="265"/>
            <ac:spMk id="91" creationId="{00000000-0000-0000-0000-000000000000}"/>
          </ac:spMkLst>
        </pc:spChg>
      </pc:sldChg>
      <pc:sldChg chg="addSp delSp modSp mod">
        <pc:chgData name="Khusro Khan" userId="c9c704fe31f761ae" providerId="LiveId" clId="{489C9A56-42AD-40CD-9A35-D3D818DAE9FE}" dt="2026-06-02T05:19:57.869" v="76" actId="478"/>
        <pc:sldMkLst>
          <pc:docMk/>
          <pc:sldMk cId="0" sldId="268"/>
        </pc:sldMkLst>
        <pc:spChg chg="add del mod">
          <ac:chgData name="Khusro Khan" userId="c9c704fe31f761ae" providerId="LiveId" clId="{489C9A56-42AD-40CD-9A35-D3D818DAE9FE}" dt="2026-06-02T05:19:41.703" v="73" actId="1076"/>
          <ac:spMkLst>
            <pc:docMk/>
            <pc:sldMk cId="0" sldId="268"/>
            <ac:spMk id="2" creationId="{00000000-0000-0000-0000-000000000000}"/>
          </ac:spMkLst>
        </pc:spChg>
        <pc:spChg chg="mod">
          <ac:chgData name="Khusro Khan" userId="c9c704fe31f761ae" providerId="LiveId" clId="{489C9A56-42AD-40CD-9A35-D3D818DAE9FE}" dt="2026-06-02T05:19:49.702" v="74" actId="1076"/>
          <ac:spMkLst>
            <pc:docMk/>
            <pc:sldMk cId="0" sldId="268"/>
            <ac:spMk id="3" creationId="{00000000-0000-0000-0000-000000000000}"/>
          </ac:spMkLst>
        </pc:spChg>
        <pc:spChg chg="del">
          <ac:chgData name="Khusro Khan" userId="c9c704fe31f761ae" providerId="LiveId" clId="{489C9A56-42AD-40CD-9A35-D3D818DAE9FE}" dt="2026-06-02T05:19:31.259" v="71" actId="478"/>
          <ac:spMkLst>
            <pc:docMk/>
            <pc:sldMk cId="0" sldId="268"/>
            <ac:spMk id="4" creationId="{00000000-0000-0000-0000-000000000000}"/>
          </ac:spMkLst>
        </pc:spChg>
        <pc:spChg chg="del">
          <ac:chgData name="Khusro Khan" userId="c9c704fe31f761ae" providerId="LiveId" clId="{489C9A56-42AD-40CD-9A35-D3D818DAE9FE}" dt="2026-06-02T05:19:28.456" v="70" actId="478"/>
          <ac:spMkLst>
            <pc:docMk/>
            <pc:sldMk cId="0" sldId="268"/>
            <ac:spMk id="5" creationId="{00000000-0000-0000-0000-000000000000}"/>
          </ac:spMkLst>
        </pc:spChg>
        <pc:spChg chg="del">
          <ac:chgData name="Khusro Khan" userId="c9c704fe31f761ae" providerId="LiveId" clId="{489C9A56-42AD-40CD-9A35-D3D818DAE9FE}" dt="2026-06-02T05:19:57.869" v="76" actId="478"/>
          <ac:spMkLst>
            <pc:docMk/>
            <pc:sldMk cId="0" sldId="268"/>
            <ac:spMk id="6" creationId="{00000000-0000-0000-0000-000000000000}"/>
          </ac:spMkLst>
        </pc:spChg>
        <pc:spChg chg="del">
          <ac:chgData name="Khusro Khan" userId="c9c704fe31f761ae" providerId="LiveId" clId="{489C9A56-42AD-40CD-9A35-D3D818DAE9FE}" dt="2026-06-02T05:19:54.047" v="75" actId="478"/>
          <ac:spMkLst>
            <pc:docMk/>
            <pc:sldMk cId="0" sldId="268"/>
            <ac:spMk id="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00498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8B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6B0000"/>
          </a:solidFill>
          <a:ln w="12700">
            <a:solidFill>
              <a:srgbClr val="6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583680" y="365760"/>
            <a:ext cx="1005840" cy="1005840"/>
          </a:xfrm>
          <a:prstGeom prst="ellipse">
            <a:avLst/>
          </a:prstGeom>
          <a:solidFill>
            <a:srgbClr val="A30000">
              <a:alpha val="50000"/>
            </a:srgbClr>
          </a:solidFill>
          <a:ln w="12700">
            <a:solidFill>
              <a:srgbClr val="A3000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680960" y="1280160"/>
            <a:ext cx="640080" cy="640080"/>
          </a:xfrm>
          <a:prstGeom prst="ellipse">
            <a:avLst/>
          </a:prstGeom>
          <a:solidFill>
            <a:srgbClr val="A30000">
              <a:alpha val="50000"/>
            </a:srgbClr>
          </a:solidFill>
          <a:ln w="12700">
            <a:solidFill>
              <a:srgbClr val="A3000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132320" y="2377440"/>
            <a:ext cx="822960" cy="822960"/>
          </a:xfrm>
          <a:prstGeom prst="ellipse">
            <a:avLst/>
          </a:prstGeom>
          <a:solidFill>
            <a:srgbClr val="A30000">
              <a:alpha val="50000"/>
            </a:srgbClr>
          </a:solidFill>
          <a:ln w="12700">
            <a:solidFill>
              <a:srgbClr val="A3000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863840" y="3474720"/>
            <a:ext cx="548640" cy="548640"/>
          </a:xfrm>
          <a:prstGeom prst="ellipse">
            <a:avLst/>
          </a:prstGeom>
          <a:solidFill>
            <a:srgbClr val="A30000">
              <a:alpha val="50000"/>
            </a:srgbClr>
          </a:solidFill>
          <a:ln w="12700">
            <a:solidFill>
              <a:srgbClr val="A3000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675120" y="4114800"/>
            <a:ext cx="731520" cy="731520"/>
          </a:xfrm>
          <a:prstGeom prst="ellipse">
            <a:avLst/>
          </a:prstGeom>
          <a:solidFill>
            <a:srgbClr val="A30000">
              <a:alpha val="50000"/>
            </a:srgbClr>
          </a:solidFill>
          <a:ln w="12700">
            <a:solidFill>
              <a:srgbClr val="A3000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949440" y="1371600"/>
            <a:ext cx="1097280" cy="1097280"/>
          </a:xfrm>
          <a:prstGeom prst="ellipse">
            <a:avLst/>
          </a:prstGeom>
          <a:solidFill>
            <a:srgbClr val="FF6B6B">
              <a:alpha val="70000"/>
            </a:srgbClr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949440" y="13716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🩸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65760" y="8229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BLOOD DONATION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65760" y="14173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AAAA"/>
                </a:solidFill>
              </a:rPr>
              <a:t>MANAGEMENT SYSTEM</a:t>
            </a:r>
            <a:endParaRPr lang="en-US" sz="3400" dirty="0"/>
          </a:p>
        </p:txBody>
      </p:sp>
      <p:sp>
        <p:nvSpPr>
          <p:cNvPr id="12" name="Shape 10"/>
          <p:cNvSpPr/>
          <p:nvPr/>
        </p:nvSpPr>
        <p:spPr>
          <a:xfrm>
            <a:off x="365760" y="2148840"/>
            <a:ext cx="3200400" cy="54864"/>
          </a:xfrm>
          <a:prstGeom prst="rect">
            <a:avLst/>
          </a:prstGeom>
          <a:solidFill>
            <a:srgbClr val="FFAAAA"/>
          </a:solidFill>
          <a:ln w="12700">
            <a:solidFill>
              <a:srgbClr val="FF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5760" y="4389119"/>
            <a:ext cx="5486400" cy="6400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CCCC"/>
                </a:solidFill>
              </a:rPr>
              <a:t>Muhammad Khusro Khan  09-131242-062</a:t>
            </a:r>
          </a:p>
          <a:p>
            <a:r>
              <a:rPr lang="en-US" sz="1000" dirty="0">
                <a:solidFill>
                  <a:srgbClr val="FFCCCC"/>
                </a:solidFill>
              </a:rPr>
              <a:t>Daniyal Ahmed 09-131242-062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274320" y="1371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8B0000"/>
                </a:solidFill>
              </a:rPr>
              <a:t>System Architecture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0" y="1417320"/>
            <a:ext cx="2743200" cy="64008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0" y="14173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BloodDonationSystem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2560320"/>
            <a:ext cx="1691640" cy="685800"/>
          </a:xfrm>
          <a:prstGeom prst="rect">
            <a:avLst/>
          </a:prstGeom>
          <a:solidFill>
            <a:srgbClr val="FFF5F5"/>
          </a:solidFill>
          <a:ln w="190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4320" y="2587752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0000"/>
                </a:solidFill>
              </a:rPr>
              <a:t>DonorList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290779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8888"/>
                </a:solidFill>
              </a:rPr>
              <a:t>Linked List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011680" y="3474720"/>
            <a:ext cx="1691640" cy="685800"/>
          </a:xfrm>
          <a:prstGeom prst="rect">
            <a:avLst/>
          </a:prstGeom>
          <a:solidFill>
            <a:srgbClr val="FFF5F5"/>
          </a:solidFill>
          <a:ln w="190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011680" y="3502152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0000"/>
                </a:solidFill>
              </a:rPr>
              <a:t>RequestQueue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11680" y="382219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8888"/>
                </a:solidFill>
              </a:rPr>
              <a:t>FIFO Queue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80459" y="4256532"/>
            <a:ext cx="1691640" cy="685800"/>
          </a:xfrm>
          <a:prstGeom prst="rect">
            <a:avLst/>
          </a:prstGeom>
          <a:solidFill>
            <a:srgbClr val="FFF5F5"/>
          </a:solidFill>
          <a:ln w="190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714750" y="428048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0000"/>
                </a:solidFill>
              </a:rPr>
              <a:t>HistoryStack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0" y="45262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8888"/>
                </a:solidFill>
              </a:rPr>
              <a:t>LIFO Stack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0" y="3474720"/>
            <a:ext cx="1691640" cy="685800"/>
          </a:xfrm>
          <a:prstGeom prst="rect">
            <a:avLst/>
          </a:prstGeom>
          <a:solidFill>
            <a:srgbClr val="FFF5F5"/>
          </a:solidFill>
          <a:ln w="190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486400" y="3502152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0000"/>
                </a:solidFill>
              </a:rPr>
              <a:t>BloodStockBST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0" y="382219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8888"/>
                </a:solidFill>
              </a:rPr>
              <a:t>Binary Search Tree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332220" y="3474720"/>
            <a:ext cx="0" cy="0"/>
          </a:xfrm>
          <a:prstGeom prst="line">
            <a:avLst/>
          </a:prstGeom>
          <a:noFill/>
          <a:ln w="12700">
            <a:solidFill>
              <a:srgbClr val="CCAAA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132320" y="2560320"/>
            <a:ext cx="1691640" cy="685800"/>
          </a:xfrm>
          <a:prstGeom prst="rect">
            <a:avLst/>
          </a:prstGeom>
          <a:solidFill>
            <a:srgbClr val="FFF5F5"/>
          </a:solidFill>
          <a:ln w="190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132320" y="2587752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0000"/>
                </a:solidFill>
              </a:rPr>
              <a:t>BloodBankGraph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132320" y="290779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8888"/>
                </a:solidFill>
              </a:rPr>
              <a:t>Adj. Matrix Graph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978140" y="2560320"/>
            <a:ext cx="0" cy="0"/>
          </a:xfrm>
          <a:prstGeom prst="line">
            <a:avLst/>
          </a:prstGeom>
          <a:noFill/>
          <a:ln w="12700">
            <a:solidFill>
              <a:srgbClr val="CCAAA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 flipV="1">
            <a:off x="1320800" y="2057400"/>
            <a:ext cx="3228340" cy="475486"/>
          </a:xfrm>
          <a:prstGeom prst="line">
            <a:avLst/>
          </a:prstGeom>
          <a:noFill/>
          <a:ln w="12700">
            <a:solidFill>
              <a:srgbClr val="BB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 flipH="1">
            <a:off x="2971799" y="2057400"/>
            <a:ext cx="1577340" cy="1417311"/>
          </a:xfrm>
          <a:prstGeom prst="line">
            <a:avLst/>
          </a:prstGeom>
          <a:noFill/>
          <a:ln w="12700">
            <a:solidFill>
              <a:srgbClr val="BB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549138" y="2057400"/>
            <a:ext cx="22862" cy="2223080"/>
          </a:xfrm>
          <a:prstGeom prst="line">
            <a:avLst/>
          </a:prstGeom>
          <a:noFill/>
          <a:ln w="12700">
            <a:solidFill>
              <a:srgbClr val="BB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549139" y="2057400"/>
            <a:ext cx="1783081" cy="1417320"/>
          </a:xfrm>
          <a:prstGeom prst="line">
            <a:avLst/>
          </a:prstGeom>
          <a:noFill/>
          <a:ln w="12700">
            <a:solidFill>
              <a:srgbClr val="BB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549140" y="2057392"/>
            <a:ext cx="3429000" cy="498356"/>
          </a:xfrm>
          <a:prstGeom prst="line">
            <a:avLst/>
          </a:prstGeom>
          <a:noFill/>
          <a:ln w="12700">
            <a:solidFill>
              <a:srgbClr val="BB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274320" y="1371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DATA STRUCTURES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8B0000"/>
                </a:solidFill>
              </a:rPr>
              <a:t>Data Structures — Part 1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2743200" cy="50292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371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Linked List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74320" y="16733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CCCC"/>
                </a:solidFill>
              </a:rPr>
              <a:t>Donor Management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1920240"/>
            <a:ext cx="2743200" cy="2926080"/>
          </a:xfrm>
          <a:prstGeom prst="rect">
            <a:avLst/>
          </a:prstGeom>
          <a:solidFill>
            <a:srgbClr val="FFF5F5"/>
          </a:solidFill>
          <a:ln w="12700">
            <a:solidFill>
              <a:srgbClr val="DD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38912" y="2084832"/>
            <a:ext cx="201168" cy="201168"/>
          </a:xfrm>
          <a:prstGeom prst="ellipse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13232" y="20574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O(1) head insertion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8912" y="2743200"/>
            <a:ext cx="201168" cy="201168"/>
          </a:xfrm>
          <a:prstGeom prst="ellipse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13232" y="271576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O(n) search by name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8912" y="3401568"/>
            <a:ext cx="201168" cy="201168"/>
          </a:xfrm>
          <a:prstGeom prst="ellipse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13232" y="33558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Dynamic size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0" y="1371600"/>
            <a:ext cx="2743200" cy="502920"/>
          </a:xfrm>
          <a:prstGeom prst="rect">
            <a:avLst/>
          </a:prstGeom>
          <a:solidFill>
            <a:srgbClr val="A00000"/>
          </a:solidFill>
          <a:ln w="12700">
            <a:solidFill>
              <a:srgbClr val="A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00400" y="1371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FIFO Queue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200400" y="16733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CCCC"/>
                </a:solidFill>
              </a:rPr>
              <a:t>Request Processing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0" y="1920240"/>
            <a:ext cx="2743200" cy="2926080"/>
          </a:xfrm>
          <a:prstGeom prst="rect">
            <a:avLst/>
          </a:prstGeom>
          <a:solidFill>
            <a:srgbClr val="FFF5F5"/>
          </a:solidFill>
          <a:ln w="12700">
            <a:solidFill>
              <a:srgbClr val="DD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364992" y="2084832"/>
            <a:ext cx="201168" cy="201168"/>
          </a:xfrm>
          <a:prstGeom prst="ellipse">
            <a:avLst/>
          </a:prstGeom>
          <a:solidFill>
            <a:srgbClr val="A00000"/>
          </a:solidFill>
          <a:ln w="12700">
            <a:solidFill>
              <a:srgbClr val="A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639312" y="20574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O(1) enqueue at rear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64992" y="2743200"/>
            <a:ext cx="201168" cy="201168"/>
          </a:xfrm>
          <a:prstGeom prst="ellipse">
            <a:avLst/>
          </a:prstGeom>
          <a:solidFill>
            <a:srgbClr val="A00000"/>
          </a:solidFill>
          <a:ln w="12700">
            <a:solidFill>
              <a:srgbClr val="A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639312" y="271576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O(1) dequeue from front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364992" y="3401568"/>
            <a:ext cx="201168" cy="201168"/>
          </a:xfrm>
          <a:prstGeom prst="ellipse">
            <a:avLst/>
          </a:prstGeom>
          <a:solidFill>
            <a:srgbClr val="A00000"/>
          </a:solidFill>
          <a:ln w="12700">
            <a:solidFill>
              <a:srgbClr val="A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639312" y="337413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FIFO fairness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364992" y="4059936"/>
            <a:ext cx="201168" cy="201168"/>
          </a:xfrm>
          <a:prstGeom prst="ellipse">
            <a:avLst/>
          </a:prstGeom>
          <a:solidFill>
            <a:srgbClr val="A00000"/>
          </a:solidFill>
          <a:ln w="12700">
            <a:solidFill>
              <a:srgbClr val="A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639312" y="403250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Integrated with BST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26480" y="1371600"/>
            <a:ext cx="2743200" cy="502920"/>
          </a:xfrm>
          <a:prstGeom prst="rect">
            <a:avLst/>
          </a:prstGeom>
          <a:solidFill>
            <a:srgbClr val="B80000"/>
          </a:solidFill>
          <a:ln w="12700">
            <a:solidFill>
              <a:srgbClr val="B8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126480" y="1371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LIFO Stack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126480" y="16733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CCCC"/>
                </a:solidFill>
              </a:rPr>
              <a:t>Donation History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126480" y="1920240"/>
            <a:ext cx="2743200" cy="2926080"/>
          </a:xfrm>
          <a:prstGeom prst="rect">
            <a:avLst/>
          </a:prstGeom>
          <a:solidFill>
            <a:srgbClr val="FFF5F5"/>
          </a:solidFill>
          <a:ln w="12700">
            <a:solidFill>
              <a:srgbClr val="DD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291072" y="2084832"/>
            <a:ext cx="201168" cy="201168"/>
          </a:xfrm>
          <a:prstGeom prst="ellipse">
            <a:avLst/>
          </a:prstGeom>
          <a:solidFill>
            <a:srgbClr val="B80000"/>
          </a:solidFill>
          <a:ln w="12700">
            <a:solidFill>
              <a:srgbClr val="B8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565392" y="20574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O(1) push to top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291072" y="2743200"/>
            <a:ext cx="201168" cy="201168"/>
          </a:xfrm>
          <a:prstGeom prst="ellipse">
            <a:avLst/>
          </a:prstGeom>
          <a:solidFill>
            <a:srgbClr val="B80000"/>
          </a:solidFill>
          <a:ln w="12700">
            <a:solidFill>
              <a:srgbClr val="B8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565392" y="271576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O(1) pop from top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291072" y="3401568"/>
            <a:ext cx="201168" cy="201168"/>
          </a:xfrm>
          <a:prstGeom prst="ellipse">
            <a:avLst/>
          </a:prstGeom>
          <a:solidFill>
            <a:srgbClr val="B80000"/>
          </a:solidFill>
          <a:ln w="12700">
            <a:solidFill>
              <a:srgbClr val="B8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565392" y="337413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Most-recent-first display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291072" y="4059936"/>
            <a:ext cx="201168" cy="201168"/>
          </a:xfrm>
          <a:prstGeom prst="ellipse">
            <a:avLst/>
          </a:prstGeom>
          <a:solidFill>
            <a:srgbClr val="B80000"/>
          </a:solidFill>
          <a:ln w="12700">
            <a:solidFill>
              <a:srgbClr val="B8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565392" y="403250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Chronological logs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65760" y="5486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8B0000"/>
                </a:solidFill>
              </a:rPr>
              <a:t>Data Structures — Part 2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4206240" cy="50292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3716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Binary Search Tree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167335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CCCC"/>
                </a:solidFill>
              </a:rPr>
              <a:t>Blood Stock Management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1920240"/>
            <a:ext cx="4206240" cy="2926080"/>
          </a:xfrm>
          <a:prstGeom prst="rect">
            <a:avLst/>
          </a:prstGeom>
          <a:solidFill>
            <a:srgbClr val="FFF5F5"/>
          </a:solidFill>
          <a:ln w="12700">
            <a:solidFill>
              <a:srgbClr val="DD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2084832"/>
            <a:ext cx="201168" cy="201168"/>
          </a:xfrm>
          <a:prstGeom prst="ellipse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49808" y="205740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Keys: blood group strings (A+, O-, AB+...)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596896"/>
            <a:ext cx="201168" cy="201168"/>
          </a:xfrm>
          <a:prstGeom prst="ellipse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49808" y="2569464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O(log n) avg insert, search, update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201168" cy="201168"/>
          </a:xfrm>
          <a:prstGeom prst="ellipse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49808" y="3081528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Bounded depth (8 fixed groups = ~3 levels)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621024"/>
            <a:ext cx="201168" cy="201168"/>
          </a:xfrm>
          <a:prstGeom prst="ellipse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49808" y="3593592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In-order traversal → sorted stock display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133088"/>
            <a:ext cx="201168" cy="201168"/>
          </a:xfrm>
          <a:prstGeom prst="ellipse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49808" y="4105656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consumeUnits() checks availability atomically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1371600"/>
            <a:ext cx="4206240" cy="502920"/>
          </a:xfrm>
          <a:prstGeom prst="rect">
            <a:avLst/>
          </a:prstGeom>
          <a:solidFill>
            <a:srgbClr val="6B0000"/>
          </a:solidFill>
          <a:ln w="12700">
            <a:solidFill>
              <a:srgbClr val="6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663440" y="13716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Adjacency Matrix Graph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663440" y="167335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CCCC"/>
                </a:solidFill>
              </a:rPr>
              <a:t>Blood Bank Network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63440" y="1920240"/>
            <a:ext cx="4206240" cy="2926080"/>
          </a:xfrm>
          <a:prstGeom prst="rect">
            <a:avLst/>
          </a:prstGeom>
          <a:solidFill>
            <a:srgbClr val="FFF5F5"/>
          </a:solidFill>
          <a:ln w="12700">
            <a:solidFill>
              <a:srgbClr val="DD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846320" y="2084832"/>
            <a:ext cx="201168" cy="201168"/>
          </a:xfrm>
          <a:prstGeom prst="ellipse">
            <a:avLst/>
          </a:prstGeom>
          <a:solidFill>
            <a:srgbClr val="6B0000"/>
          </a:solidFill>
          <a:ln w="12700">
            <a:solidFill>
              <a:srgbClr val="6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138928" y="205740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10×10 int adjacency matrix (distances in km)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46320" y="2596896"/>
            <a:ext cx="201168" cy="201168"/>
          </a:xfrm>
          <a:prstGeom prst="ellipse">
            <a:avLst/>
          </a:prstGeom>
          <a:solidFill>
            <a:srgbClr val="6B0000"/>
          </a:solidFill>
          <a:ln w="12700">
            <a:solidFill>
              <a:srgbClr val="6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138928" y="2569464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O(1) edge weight lookup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46320" y="3108960"/>
            <a:ext cx="201168" cy="201168"/>
          </a:xfrm>
          <a:prstGeom prst="ellipse">
            <a:avLst/>
          </a:prstGeom>
          <a:solidFill>
            <a:srgbClr val="6B0000"/>
          </a:solidFill>
          <a:ln w="12700">
            <a:solidFill>
              <a:srgbClr val="6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138928" y="3081528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Greedy nearest-bank search O(V)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46320" y="3621024"/>
            <a:ext cx="201168" cy="201168"/>
          </a:xfrm>
          <a:prstGeom prst="ellipse">
            <a:avLst/>
          </a:prstGeom>
          <a:solidFill>
            <a:srgbClr val="6B0000"/>
          </a:solidFill>
          <a:ln w="12700">
            <a:solidFill>
              <a:srgbClr val="6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138928" y="3593592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4 pre-loaded banks, 5 routes on startup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46320" y="4133088"/>
            <a:ext cx="201168" cy="201168"/>
          </a:xfrm>
          <a:prstGeom prst="ellipse">
            <a:avLst/>
          </a:prstGeom>
          <a:solidFill>
            <a:srgbClr val="6B0000"/>
          </a:solidFill>
          <a:ln w="12700">
            <a:solidFill>
              <a:srgbClr val="6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138928" y="4105656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Extensible to Dijkstra for optimal routing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274320" y="1371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FEATURES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8B0000"/>
                </a:solidFill>
              </a:rPr>
              <a:t>Key Features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4160520" cy="1051560"/>
          </a:xfrm>
          <a:prstGeom prst="rect">
            <a:avLst/>
          </a:prstGeom>
          <a:solidFill>
            <a:srgbClr val="FFF5F5"/>
          </a:solidFill>
          <a:ln w="12700">
            <a:solidFill>
              <a:srgbClr val="DD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54864" cy="105156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49047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0000"/>
                </a:solidFill>
              </a:rPr>
              <a:t>✔  Input Validation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</a:rPr>
              <a:t>Name, age (18–65), blood group, contact, date, units — all validated before entry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1417320"/>
            <a:ext cx="4160520" cy="1051560"/>
          </a:xfrm>
          <a:prstGeom prst="rect">
            <a:avLst/>
          </a:prstGeom>
          <a:solidFill>
            <a:srgbClr val="FFF5F5"/>
          </a:solidFill>
          <a:ln w="12700">
            <a:solidFill>
              <a:srgbClr val="DD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663440" y="1417320"/>
            <a:ext cx="54864" cy="105156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00600" y="149047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0000"/>
                </a:solidFill>
              </a:rPr>
              <a:t>📁  File Persistence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00600" y="182880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</a:rPr>
              <a:t>4 pipe-delimited text files auto-loaded on start, auto-saved on exit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2606040"/>
            <a:ext cx="4160520" cy="1051560"/>
          </a:xfrm>
          <a:prstGeom prst="rect">
            <a:avLst/>
          </a:prstGeom>
          <a:solidFill>
            <a:srgbClr val="FFF8F8"/>
          </a:solidFill>
          <a:ln w="12700">
            <a:solidFill>
              <a:srgbClr val="DD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0040" y="2606040"/>
            <a:ext cx="54864" cy="105156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267919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0000"/>
                </a:solidFill>
              </a:rPr>
              <a:t>🩸  Compatibility Checker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301752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</a:rPr>
              <a:t>Full ABO/Rh compatibility table — instantly lists valid donor groups for any patient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63440" y="2606040"/>
            <a:ext cx="4160520" cy="1051560"/>
          </a:xfrm>
          <a:prstGeom prst="rect">
            <a:avLst/>
          </a:prstGeom>
          <a:solidFill>
            <a:srgbClr val="FFF8F8"/>
          </a:solidFill>
          <a:ln w="12700">
            <a:solidFill>
              <a:srgbClr val="DD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663440" y="2606040"/>
            <a:ext cx="54864" cy="105156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00600" y="267919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0000"/>
                </a:solidFill>
              </a:rPr>
              <a:t>⚡  Atomic Request Processing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00600" y="301752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</a:rPr>
              <a:t>Queue processes next request only if BST confirms sufficient stock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" y="3794760"/>
            <a:ext cx="4160520" cy="1051560"/>
          </a:xfrm>
          <a:prstGeom prst="rect">
            <a:avLst/>
          </a:prstGeom>
          <a:solidFill>
            <a:srgbClr val="FFF5F5"/>
          </a:solidFill>
          <a:ln w="12700">
            <a:solidFill>
              <a:srgbClr val="DD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20040" y="3794760"/>
            <a:ext cx="54864" cy="105156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" y="386791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0000"/>
                </a:solidFill>
              </a:rPr>
              <a:t>🔤  Blood Group Normalization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420624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</a:rPr>
              <a:t>Input case-insensitive; normalizeBloodGroup() handles 'a+', 'A +', 'a+' uniformly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663440" y="3794760"/>
            <a:ext cx="4160520" cy="1051560"/>
          </a:xfrm>
          <a:prstGeom prst="rect">
            <a:avLst/>
          </a:prstGeom>
          <a:solidFill>
            <a:srgbClr val="FFF5F5"/>
          </a:solidFill>
          <a:ln w="12700">
            <a:solidFill>
              <a:srgbClr val="DD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663440" y="3794760"/>
            <a:ext cx="54864" cy="105156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00600" y="386791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0000"/>
                </a:solidFill>
              </a:rPr>
              <a:t>🌐  Bank Network Navigation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00600" y="420624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</a:rPr>
              <a:t>Graph-based nearest-bank finder for emergency routing between blood banks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274320" y="1371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COMPATIBILITY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8B0000"/>
                </a:solidFill>
              </a:rPr>
              <a:t>Blood Compatibility Chart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093506"/>
            <a:ext cx="985723" cy="438912"/>
          </a:xfrm>
          <a:prstGeom prst="rect">
            <a:avLst/>
          </a:prstGeom>
          <a:solidFill>
            <a:srgbClr val="CCCCCC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093506"/>
            <a:ext cx="98572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1A"/>
                </a:solidFill>
              </a:rPr>
              <a:t>Patient ↓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1A1A1A"/>
                </a:solidFill>
              </a:rPr>
              <a:t>Donor →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351483" y="1093506"/>
            <a:ext cx="896112" cy="438912"/>
          </a:xfrm>
          <a:prstGeom prst="rect">
            <a:avLst/>
          </a:prstGeom>
          <a:solidFill>
            <a:srgbClr val="8B0000"/>
          </a:solidFill>
          <a:ln w="12700">
            <a:solidFill>
              <a:srgbClr val="AA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351483" y="1093506"/>
            <a:ext cx="896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A+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532418"/>
            <a:ext cx="985723" cy="438912"/>
          </a:xfrm>
          <a:prstGeom prst="rect">
            <a:avLst/>
          </a:prstGeom>
          <a:solidFill>
            <a:srgbClr val="8B0000"/>
          </a:solidFill>
          <a:ln w="12700">
            <a:solidFill>
              <a:srgbClr val="AA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1532418"/>
            <a:ext cx="98572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A+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351483" y="1532418"/>
            <a:ext cx="896112" cy="438912"/>
          </a:xfrm>
          <a:prstGeom prst="rect">
            <a:avLst/>
          </a:prstGeom>
          <a:solidFill>
            <a:srgbClr val="FFE0E0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351483" y="1532418"/>
            <a:ext cx="896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0000"/>
                </a:solidFill>
              </a:rPr>
              <a:t>✓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47595" y="1532418"/>
            <a:ext cx="896112" cy="438912"/>
          </a:xfrm>
          <a:prstGeom prst="rect">
            <a:avLst/>
          </a:prstGeom>
          <a:solidFill>
            <a:srgbClr val="F9F9F9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143707" y="1532418"/>
            <a:ext cx="896112" cy="438912"/>
          </a:xfrm>
          <a:prstGeom prst="rect">
            <a:avLst/>
          </a:prstGeom>
          <a:solidFill>
            <a:srgbClr val="F9F9F9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039819" y="1532418"/>
            <a:ext cx="896112" cy="438912"/>
          </a:xfrm>
          <a:prstGeom prst="rect">
            <a:avLst/>
          </a:prstGeom>
          <a:solidFill>
            <a:srgbClr val="F9F9F9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935931" y="1532418"/>
            <a:ext cx="896112" cy="438912"/>
          </a:xfrm>
          <a:prstGeom prst="rect">
            <a:avLst/>
          </a:prstGeom>
          <a:solidFill>
            <a:srgbClr val="FFE0E0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35931" y="1532418"/>
            <a:ext cx="896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0000"/>
                </a:solidFill>
              </a:rPr>
              <a:t>✓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832043" y="1532418"/>
            <a:ext cx="896112" cy="438912"/>
          </a:xfrm>
          <a:prstGeom prst="rect">
            <a:avLst/>
          </a:prstGeom>
          <a:solidFill>
            <a:srgbClr val="F9F9F9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728155" y="1532418"/>
            <a:ext cx="896112" cy="438912"/>
          </a:xfrm>
          <a:prstGeom prst="rect">
            <a:avLst/>
          </a:prstGeom>
          <a:solidFill>
            <a:srgbClr val="F9F9F9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624267" y="1532418"/>
            <a:ext cx="896112" cy="438912"/>
          </a:xfrm>
          <a:prstGeom prst="rect">
            <a:avLst/>
          </a:prstGeom>
          <a:solidFill>
            <a:srgbClr val="F9F9F9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247595" y="1093506"/>
            <a:ext cx="896112" cy="438912"/>
          </a:xfrm>
          <a:prstGeom prst="rect">
            <a:avLst/>
          </a:prstGeom>
          <a:solidFill>
            <a:srgbClr val="8B0000"/>
          </a:solidFill>
          <a:ln w="12700">
            <a:solidFill>
              <a:srgbClr val="AA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247595" y="1093506"/>
            <a:ext cx="896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A−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1971330"/>
            <a:ext cx="985723" cy="438912"/>
          </a:xfrm>
          <a:prstGeom prst="rect">
            <a:avLst/>
          </a:prstGeom>
          <a:solidFill>
            <a:srgbClr val="8B0000"/>
          </a:solidFill>
          <a:ln w="12700">
            <a:solidFill>
              <a:srgbClr val="AA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65760" y="1971330"/>
            <a:ext cx="98572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A−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351483" y="1971330"/>
            <a:ext cx="896112" cy="438912"/>
          </a:xfrm>
          <a:prstGeom prst="rect">
            <a:avLst/>
          </a:prstGeom>
          <a:solidFill>
            <a:srgbClr val="F9F9F9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247595" y="1971330"/>
            <a:ext cx="896112" cy="438912"/>
          </a:xfrm>
          <a:prstGeom prst="rect">
            <a:avLst/>
          </a:prstGeom>
          <a:solidFill>
            <a:srgbClr val="F9F9F9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143707" y="1971330"/>
            <a:ext cx="896112" cy="438912"/>
          </a:xfrm>
          <a:prstGeom prst="rect">
            <a:avLst/>
          </a:prstGeom>
          <a:solidFill>
            <a:srgbClr val="F9F9F9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039819" y="1971330"/>
            <a:ext cx="896112" cy="438912"/>
          </a:xfrm>
          <a:prstGeom prst="rect">
            <a:avLst/>
          </a:prstGeom>
          <a:solidFill>
            <a:srgbClr val="F9F9F9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935931" y="1971330"/>
            <a:ext cx="896112" cy="438912"/>
          </a:xfrm>
          <a:prstGeom prst="rect">
            <a:avLst/>
          </a:prstGeom>
          <a:solidFill>
            <a:srgbClr val="F9F9F9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5832043" y="1971330"/>
            <a:ext cx="896112" cy="438912"/>
          </a:xfrm>
          <a:prstGeom prst="rect">
            <a:avLst/>
          </a:prstGeom>
          <a:solidFill>
            <a:srgbClr val="F9F9F9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728155" y="1971330"/>
            <a:ext cx="896112" cy="438912"/>
          </a:xfrm>
          <a:prstGeom prst="rect">
            <a:avLst/>
          </a:prstGeom>
          <a:solidFill>
            <a:srgbClr val="F9F9F9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7624267" y="1971330"/>
            <a:ext cx="896112" cy="438912"/>
          </a:xfrm>
          <a:prstGeom prst="rect">
            <a:avLst/>
          </a:prstGeom>
          <a:solidFill>
            <a:srgbClr val="F9F9F9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143707" y="1093506"/>
            <a:ext cx="896112" cy="438912"/>
          </a:xfrm>
          <a:prstGeom prst="rect">
            <a:avLst/>
          </a:prstGeom>
          <a:solidFill>
            <a:srgbClr val="8B0000"/>
          </a:solidFill>
          <a:ln w="12700">
            <a:solidFill>
              <a:srgbClr val="AA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143707" y="1093506"/>
            <a:ext cx="896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B+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" y="2410242"/>
            <a:ext cx="985723" cy="438912"/>
          </a:xfrm>
          <a:prstGeom prst="rect">
            <a:avLst/>
          </a:prstGeom>
          <a:solidFill>
            <a:srgbClr val="8B0000"/>
          </a:solidFill>
          <a:ln w="12700">
            <a:solidFill>
              <a:srgbClr val="AA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65760" y="2410242"/>
            <a:ext cx="98572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B+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351483" y="2410242"/>
            <a:ext cx="896112" cy="438912"/>
          </a:xfrm>
          <a:prstGeom prst="rect">
            <a:avLst/>
          </a:prstGeom>
          <a:solidFill>
            <a:srgbClr val="F9F9F9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2247595" y="2410242"/>
            <a:ext cx="896112" cy="438912"/>
          </a:xfrm>
          <a:prstGeom prst="rect">
            <a:avLst/>
          </a:prstGeom>
          <a:solidFill>
            <a:srgbClr val="F9F9F9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3143707" y="2410242"/>
            <a:ext cx="896112" cy="438912"/>
          </a:xfrm>
          <a:prstGeom prst="rect">
            <a:avLst/>
          </a:prstGeom>
          <a:solidFill>
            <a:srgbClr val="FFE0E0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143707" y="2410242"/>
            <a:ext cx="896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0000"/>
                </a:solidFill>
              </a:rPr>
              <a:t>✓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039819" y="2410242"/>
            <a:ext cx="896112" cy="438912"/>
          </a:xfrm>
          <a:prstGeom prst="rect">
            <a:avLst/>
          </a:prstGeom>
          <a:solidFill>
            <a:srgbClr val="F9F9F9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4935931" y="2410242"/>
            <a:ext cx="896112" cy="438912"/>
          </a:xfrm>
          <a:prstGeom prst="rect">
            <a:avLst/>
          </a:prstGeom>
          <a:solidFill>
            <a:srgbClr val="FFE0E0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935931" y="2410242"/>
            <a:ext cx="896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0000"/>
                </a:solidFill>
              </a:rPr>
              <a:t>✓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832043" y="2410242"/>
            <a:ext cx="896112" cy="438912"/>
          </a:xfrm>
          <a:prstGeom prst="rect">
            <a:avLst/>
          </a:prstGeom>
          <a:solidFill>
            <a:srgbClr val="F9F9F9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6728155" y="2410242"/>
            <a:ext cx="896112" cy="438912"/>
          </a:xfrm>
          <a:prstGeom prst="rect">
            <a:avLst/>
          </a:prstGeom>
          <a:solidFill>
            <a:srgbClr val="F9F9F9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7624267" y="2410242"/>
            <a:ext cx="896112" cy="438912"/>
          </a:xfrm>
          <a:prstGeom prst="rect">
            <a:avLst/>
          </a:prstGeom>
          <a:solidFill>
            <a:srgbClr val="F9F9F9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4039819" y="1093506"/>
            <a:ext cx="896112" cy="438912"/>
          </a:xfrm>
          <a:prstGeom prst="rect">
            <a:avLst/>
          </a:prstGeom>
          <a:solidFill>
            <a:srgbClr val="8B0000"/>
          </a:solidFill>
          <a:ln w="12700">
            <a:solidFill>
              <a:srgbClr val="AA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039819" y="1093506"/>
            <a:ext cx="896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B−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65760" y="2849154"/>
            <a:ext cx="985723" cy="438912"/>
          </a:xfrm>
          <a:prstGeom prst="rect">
            <a:avLst/>
          </a:prstGeom>
          <a:solidFill>
            <a:srgbClr val="8B0000"/>
          </a:solidFill>
          <a:ln w="12700">
            <a:solidFill>
              <a:srgbClr val="AA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365760" y="2849154"/>
            <a:ext cx="98572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B−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1351483" y="2849154"/>
            <a:ext cx="896112" cy="438912"/>
          </a:xfrm>
          <a:prstGeom prst="rect">
            <a:avLst/>
          </a:prstGeom>
          <a:solidFill>
            <a:srgbClr val="F9F9F9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2247595" y="2849154"/>
            <a:ext cx="896112" cy="438912"/>
          </a:xfrm>
          <a:prstGeom prst="rect">
            <a:avLst/>
          </a:prstGeom>
          <a:solidFill>
            <a:srgbClr val="F9F9F9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3143707" y="2849154"/>
            <a:ext cx="896112" cy="438912"/>
          </a:xfrm>
          <a:prstGeom prst="rect">
            <a:avLst/>
          </a:prstGeom>
          <a:solidFill>
            <a:srgbClr val="F9F9F9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4039819" y="2849154"/>
            <a:ext cx="896112" cy="438912"/>
          </a:xfrm>
          <a:prstGeom prst="rect">
            <a:avLst/>
          </a:prstGeom>
          <a:solidFill>
            <a:srgbClr val="F9F9F9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4935931" y="2849154"/>
            <a:ext cx="896112" cy="438912"/>
          </a:xfrm>
          <a:prstGeom prst="rect">
            <a:avLst/>
          </a:prstGeom>
          <a:solidFill>
            <a:srgbClr val="F9F9F9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5832043" y="2849154"/>
            <a:ext cx="896112" cy="438912"/>
          </a:xfrm>
          <a:prstGeom prst="rect">
            <a:avLst/>
          </a:prstGeom>
          <a:solidFill>
            <a:srgbClr val="F9F9F9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6728155" y="2849154"/>
            <a:ext cx="896112" cy="438912"/>
          </a:xfrm>
          <a:prstGeom prst="rect">
            <a:avLst/>
          </a:prstGeom>
          <a:solidFill>
            <a:srgbClr val="F9F9F9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7624267" y="2849154"/>
            <a:ext cx="896112" cy="438912"/>
          </a:xfrm>
          <a:prstGeom prst="rect">
            <a:avLst/>
          </a:prstGeom>
          <a:solidFill>
            <a:srgbClr val="F9F9F9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4935931" y="1093506"/>
            <a:ext cx="896112" cy="438912"/>
          </a:xfrm>
          <a:prstGeom prst="rect">
            <a:avLst/>
          </a:prstGeom>
          <a:solidFill>
            <a:srgbClr val="8B0000"/>
          </a:solidFill>
          <a:ln w="12700">
            <a:solidFill>
              <a:srgbClr val="AA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4935931" y="1093506"/>
            <a:ext cx="896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O+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365760" y="3288066"/>
            <a:ext cx="985723" cy="438912"/>
          </a:xfrm>
          <a:prstGeom prst="rect">
            <a:avLst/>
          </a:prstGeom>
          <a:solidFill>
            <a:srgbClr val="8B0000"/>
          </a:solidFill>
          <a:ln w="12700">
            <a:solidFill>
              <a:srgbClr val="AA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365760" y="3288066"/>
            <a:ext cx="98572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O+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1351483" y="3288066"/>
            <a:ext cx="896112" cy="438912"/>
          </a:xfrm>
          <a:prstGeom prst="rect">
            <a:avLst/>
          </a:prstGeom>
          <a:solidFill>
            <a:srgbClr val="F9F9F9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2247595" y="3288066"/>
            <a:ext cx="896112" cy="438912"/>
          </a:xfrm>
          <a:prstGeom prst="rect">
            <a:avLst/>
          </a:prstGeom>
          <a:solidFill>
            <a:srgbClr val="F9F9F9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3143707" y="3288066"/>
            <a:ext cx="896112" cy="438912"/>
          </a:xfrm>
          <a:prstGeom prst="rect">
            <a:avLst/>
          </a:prstGeom>
          <a:solidFill>
            <a:srgbClr val="F9F9F9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4039819" y="3288066"/>
            <a:ext cx="896112" cy="438912"/>
          </a:xfrm>
          <a:prstGeom prst="rect">
            <a:avLst/>
          </a:prstGeom>
          <a:solidFill>
            <a:srgbClr val="F9F9F9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4935931" y="3288066"/>
            <a:ext cx="896112" cy="438912"/>
          </a:xfrm>
          <a:prstGeom prst="rect">
            <a:avLst/>
          </a:prstGeom>
          <a:solidFill>
            <a:srgbClr val="FFE0E0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4935931" y="3288066"/>
            <a:ext cx="896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0000"/>
                </a:solidFill>
              </a:rPr>
              <a:t>✓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5832043" y="3288066"/>
            <a:ext cx="896112" cy="438912"/>
          </a:xfrm>
          <a:prstGeom prst="rect">
            <a:avLst/>
          </a:prstGeom>
          <a:solidFill>
            <a:srgbClr val="F9F9F9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6728155" y="3288066"/>
            <a:ext cx="896112" cy="438912"/>
          </a:xfrm>
          <a:prstGeom prst="rect">
            <a:avLst/>
          </a:prstGeom>
          <a:solidFill>
            <a:srgbClr val="F9F9F9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7624267" y="3288066"/>
            <a:ext cx="896112" cy="438912"/>
          </a:xfrm>
          <a:prstGeom prst="rect">
            <a:avLst/>
          </a:prstGeom>
          <a:solidFill>
            <a:srgbClr val="F9F9F9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5832043" y="1093506"/>
            <a:ext cx="896112" cy="438912"/>
          </a:xfrm>
          <a:prstGeom prst="rect">
            <a:avLst/>
          </a:prstGeom>
          <a:solidFill>
            <a:srgbClr val="8B0000"/>
          </a:solidFill>
          <a:ln w="12700">
            <a:solidFill>
              <a:srgbClr val="AA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5832043" y="1093506"/>
            <a:ext cx="896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O−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365760" y="3726978"/>
            <a:ext cx="985723" cy="438912"/>
          </a:xfrm>
          <a:prstGeom prst="rect">
            <a:avLst/>
          </a:prstGeom>
          <a:solidFill>
            <a:srgbClr val="8B0000"/>
          </a:solidFill>
          <a:ln w="12700">
            <a:solidFill>
              <a:srgbClr val="AA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365760" y="3726978"/>
            <a:ext cx="98572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O−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1351483" y="3726978"/>
            <a:ext cx="896112" cy="438912"/>
          </a:xfrm>
          <a:prstGeom prst="rect">
            <a:avLst/>
          </a:prstGeom>
          <a:solidFill>
            <a:srgbClr val="F9F9F9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2247595" y="3726978"/>
            <a:ext cx="896112" cy="438912"/>
          </a:xfrm>
          <a:prstGeom prst="rect">
            <a:avLst/>
          </a:prstGeom>
          <a:solidFill>
            <a:srgbClr val="F9F9F9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3143707" y="3726978"/>
            <a:ext cx="896112" cy="438912"/>
          </a:xfrm>
          <a:prstGeom prst="rect">
            <a:avLst/>
          </a:prstGeom>
          <a:solidFill>
            <a:srgbClr val="F9F9F9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4039819" y="3726978"/>
            <a:ext cx="896112" cy="438912"/>
          </a:xfrm>
          <a:prstGeom prst="rect">
            <a:avLst/>
          </a:prstGeom>
          <a:solidFill>
            <a:srgbClr val="F9F9F9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4935931" y="3726978"/>
            <a:ext cx="896112" cy="438912"/>
          </a:xfrm>
          <a:prstGeom prst="rect">
            <a:avLst/>
          </a:prstGeom>
          <a:solidFill>
            <a:srgbClr val="F9F9F9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5832043" y="3726978"/>
            <a:ext cx="896112" cy="438912"/>
          </a:xfrm>
          <a:prstGeom prst="rect">
            <a:avLst/>
          </a:prstGeom>
          <a:solidFill>
            <a:srgbClr val="F9F9F9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>
            <a:off x="6728155" y="3726978"/>
            <a:ext cx="896112" cy="438912"/>
          </a:xfrm>
          <a:prstGeom prst="rect">
            <a:avLst/>
          </a:prstGeom>
          <a:solidFill>
            <a:srgbClr val="F9F9F9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Shape 82"/>
          <p:cNvSpPr/>
          <p:nvPr/>
        </p:nvSpPr>
        <p:spPr>
          <a:xfrm>
            <a:off x="7624267" y="3726978"/>
            <a:ext cx="896112" cy="438912"/>
          </a:xfrm>
          <a:prstGeom prst="rect">
            <a:avLst/>
          </a:prstGeom>
          <a:solidFill>
            <a:srgbClr val="F9F9F9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6728155" y="1093506"/>
            <a:ext cx="896112" cy="438912"/>
          </a:xfrm>
          <a:prstGeom prst="rect">
            <a:avLst/>
          </a:prstGeom>
          <a:solidFill>
            <a:srgbClr val="8B0000"/>
          </a:solidFill>
          <a:ln w="12700">
            <a:solidFill>
              <a:srgbClr val="AA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6728155" y="1093506"/>
            <a:ext cx="896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AB+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365760" y="4165890"/>
            <a:ext cx="985723" cy="438912"/>
          </a:xfrm>
          <a:prstGeom prst="rect">
            <a:avLst/>
          </a:prstGeom>
          <a:solidFill>
            <a:srgbClr val="8B0000"/>
          </a:solidFill>
          <a:ln w="12700">
            <a:solidFill>
              <a:srgbClr val="AA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/>
          <p:nvPr/>
        </p:nvSpPr>
        <p:spPr>
          <a:xfrm>
            <a:off x="365760" y="4165890"/>
            <a:ext cx="98572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AB+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1351483" y="4165890"/>
            <a:ext cx="896112" cy="438912"/>
          </a:xfrm>
          <a:prstGeom prst="rect">
            <a:avLst/>
          </a:prstGeom>
          <a:solidFill>
            <a:srgbClr val="FFE0E0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88"/>
          <p:cNvSpPr/>
          <p:nvPr/>
        </p:nvSpPr>
        <p:spPr>
          <a:xfrm>
            <a:off x="1351483" y="4165890"/>
            <a:ext cx="896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0000"/>
                </a:solidFill>
              </a:rPr>
              <a:t>✓</a:t>
            </a:r>
            <a:endParaRPr lang="en-US" sz="1100" dirty="0"/>
          </a:p>
        </p:txBody>
      </p:sp>
      <p:sp>
        <p:nvSpPr>
          <p:cNvPr id="91" name="Shape 89"/>
          <p:cNvSpPr/>
          <p:nvPr/>
        </p:nvSpPr>
        <p:spPr>
          <a:xfrm>
            <a:off x="2247595" y="4165890"/>
            <a:ext cx="896112" cy="438912"/>
          </a:xfrm>
          <a:prstGeom prst="rect">
            <a:avLst/>
          </a:prstGeom>
          <a:solidFill>
            <a:srgbClr val="F9F9F9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Shape 90"/>
          <p:cNvSpPr/>
          <p:nvPr/>
        </p:nvSpPr>
        <p:spPr>
          <a:xfrm>
            <a:off x="3143707" y="4165890"/>
            <a:ext cx="896112" cy="438912"/>
          </a:xfrm>
          <a:prstGeom prst="rect">
            <a:avLst/>
          </a:prstGeom>
          <a:solidFill>
            <a:srgbClr val="FFE0E0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 91"/>
          <p:cNvSpPr/>
          <p:nvPr/>
        </p:nvSpPr>
        <p:spPr>
          <a:xfrm>
            <a:off x="3143707" y="4165890"/>
            <a:ext cx="896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0000"/>
                </a:solidFill>
              </a:rPr>
              <a:t>✓</a:t>
            </a:r>
            <a:endParaRPr lang="en-US" sz="1100" dirty="0"/>
          </a:p>
        </p:txBody>
      </p:sp>
      <p:sp>
        <p:nvSpPr>
          <p:cNvPr id="94" name="Shape 92"/>
          <p:cNvSpPr/>
          <p:nvPr/>
        </p:nvSpPr>
        <p:spPr>
          <a:xfrm>
            <a:off x="4039819" y="4165890"/>
            <a:ext cx="896112" cy="438912"/>
          </a:xfrm>
          <a:prstGeom prst="rect">
            <a:avLst/>
          </a:prstGeom>
          <a:solidFill>
            <a:srgbClr val="F9F9F9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Shape 93"/>
          <p:cNvSpPr/>
          <p:nvPr/>
        </p:nvSpPr>
        <p:spPr>
          <a:xfrm>
            <a:off x="4935931" y="4165890"/>
            <a:ext cx="896112" cy="438912"/>
          </a:xfrm>
          <a:prstGeom prst="rect">
            <a:avLst/>
          </a:prstGeom>
          <a:solidFill>
            <a:srgbClr val="FFE0E0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Text 94"/>
          <p:cNvSpPr/>
          <p:nvPr/>
        </p:nvSpPr>
        <p:spPr>
          <a:xfrm>
            <a:off x="4935931" y="4165890"/>
            <a:ext cx="896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0000"/>
                </a:solidFill>
              </a:rPr>
              <a:t>✓</a:t>
            </a:r>
            <a:endParaRPr lang="en-US" sz="1100" dirty="0"/>
          </a:p>
        </p:txBody>
      </p:sp>
      <p:sp>
        <p:nvSpPr>
          <p:cNvPr id="97" name="Shape 95"/>
          <p:cNvSpPr/>
          <p:nvPr/>
        </p:nvSpPr>
        <p:spPr>
          <a:xfrm>
            <a:off x="5832043" y="4165890"/>
            <a:ext cx="896112" cy="438912"/>
          </a:xfrm>
          <a:prstGeom prst="rect">
            <a:avLst/>
          </a:prstGeom>
          <a:solidFill>
            <a:srgbClr val="F9F9F9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Shape 96"/>
          <p:cNvSpPr/>
          <p:nvPr/>
        </p:nvSpPr>
        <p:spPr>
          <a:xfrm>
            <a:off x="6728155" y="4165890"/>
            <a:ext cx="896112" cy="438912"/>
          </a:xfrm>
          <a:prstGeom prst="rect">
            <a:avLst/>
          </a:prstGeom>
          <a:solidFill>
            <a:srgbClr val="FFE0E0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Text 97"/>
          <p:cNvSpPr/>
          <p:nvPr/>
        </p:nvSpPr>
        <p:spPr>
          <a:xfrm>
            <a:off x="6728155" y="4165890"/>
            <a:ext cx="896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0000"/>
                </a:solidFill>
              </a:rPr>
              <a:t>✓</a:t>
            </a:r>
            <a:endParaRPr lang="en-US" sz="1100" dirty="0"/>
          </a:p>
        </p:txBody>
      </p:sp>
      <p:sp>
        <p:nvSpPr>
          <p:cNvPr id="100" name="Shape 98"/>
          <p:cNvSpPr/>
          <p:nvPr/>
        </p:nvSpPr>
        <p:spPr>
          <a:xfrm>
            <a:off x="7624267" y="4165890"/>
            <a:ext cx="896112" cy="438912"/>
          </a:xfrm>
          <a:prstGeom prst="rect">
            <a:avLst/>
          </a:prstGeom>
          <a:solidFill>
            <a:srgbClr val="F9F9F9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Shape 99"/>
          <p:cNvSpPr/>
          <p:nvPr/>
        </p:nvSpPr>
        <p:spPr>
          <a:xfrm>
            <a:off x="7624267" y="1093506"/>
            <a:ext cx="896112" cy="438912"/>
          </a:xfrm>
          <a:prstGeom prst="rect">
            <a:avLst/>
          </a:prstGeom>
          <a:solidFill>
            <a:srgbClr val="8B0000"/>
          </a:solidFill>
          <a:ln w="12700">
            <a:solidFill>
              <a:srgbClr val="AA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Text 100"/>
          <p:cNvSpPr/>
          <p:nvPr/>
        </p:nvSpPr>
        <p:spPr>
          <a:xfrm>
            <a:off x="7624267" y="1093506"/>
            <a:ext cx="896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AB−</a:t>
            </a:r>
            <a:endParaRPr lang="en-US" sz="1000" dirty="0"/>
          </a:p>
        </p:txBody>
      </p:sp>
      <p:sp>
        <p:nvSpPr>
          <p:cNvPr id="103" name="Shape 101"/>
          <p:cNvSpPr/>
          <p:nvPr/>
        </p:nvSpPr>
        <p:spPr>
          <a:xfrm>
            <a:off x="365760" y="4604802"/>
            <a:ext cx="985723" cy="438912"/>
          </a:xfrm>
          <a:prstGeom prst="rect">
            <a:avLst/>
          </a:prstGeom>
          <a:solidFill>
            <a:srgbClr val="8B0000"/>
          </a:solidFill>
          <a:ln w="12700">
            <a:solidFill>
              <a:srgbClr val="AA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Text 102"/>
          <p:cNvSpPr/>
          <p:nvPr/>
        </p:nvSpPr>
        <p:spPr>
          <a:xfrm>
            <a:off x="365760" y="4604802"/>
            <a:ext cx="98572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AB−</a:t>
            </a:r>
            <a:endParaRPr lang="en-US" sz="1000" dirty="0"/>
          </a:p>
        </p:txBody>
      </p:sp>
      <p:sp>
        <p:nvSpPr>
          <p:cNvPr id="105" name="Shape 103"/>
          <p:cNvSpPr/>
          <p:nvPr/>
        </p:nvSpPr>
        <p:spPr>
          <a:xfrm>
            <a:off x="1351483" y="4604802"/>
            <a:ext cx="896112" cy="438912"/>
          </a:xfrm>
          <a:prstGeom prst="rect">
            <a:avLst/>
          </a:prstGeom>
          <a:solidFill>
            <a:srgbClr val="F9F9F9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Shape 104"/>
          <p:cNvSpPr/>
          <p:nvPr/>
        </p:nvSpPr>
        <p:spPr>
          <a:xfrm>
            <a:off x="2247595" y="4604802"/>
            <a:ext cx="896112" cy="438912"/>
          </a:xfrm>
          <a:prstGeom prst="rect">
            <a:avLst/>
          </a:prstGeom>
          <a:solidFill>
            <a:srgbClr val="F9F9F9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Shape 105"/>
          <p:cNvSpPr/>
          <p:nvPr/>
        </p:nvSpPr>
        <p:spPr>
          <a:xfrm>
            <a:off x="3143707" y="4604802"/>
            <a:ext cx="896112" cy="438912"/>
          </a:xfrm>
          <a:prstGeom prst="rect">
            <a:avLst/>
          </a:prstGeom>
          <a:solidFill>
            <a:srgbClr val="F9F9F9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Shape 106"/>
          <p:cNvSpPr/>
          <p:nvPr/>
        </p:nvSpPr>
        <p:spPr>
          <a:xfrm>
            <a:off x="4039819" y="4604802"/>
            <a:ext cx="896112" cy="438912"/>
          </a:xfrm>
          <a:prstGeom prst="rect">
            <a:avLst/>
          </a:prstGeom>
          <a:solidFill>
            <a:srgbClr val="F9F9F9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Shape 107"/>
          <p:cNvSpPr/>
          <p:nvPr/>
        </p:nvSpPr>
        <p:spPr>
          <a:xfrm>
            <a:off x="4935931" y="4604802"/>
            <a:ext cx="896112" cy="438912"/>
          </a:xfrm>
          <a:prstGeom prst="rect">
            <a:avLst/>
          </a:prstGeom>
          <a:solidFill>
            <a:srgbClr val="F9F9F9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Shape 108"/>
          <p:cNvSpPr/>
          <p:nvPr/>
        </p:nvSpPr>
        <p:spPr>
          <a:xfrm>
            <a:off x="5832043" y="4604802"/>
            <a:ext cx="896112" cy="438912"/>
          </a:xfrm>
          <a:prstGeom prst="rect">
            <a:avLst/>
          </a:prstGeom>
          <a:solidFill>
            <a:srgbClr val="F9F9F9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Shape 109"/>
          <p:cNvSpPr/>
          <p:nvPr/>
        </p:nvSpPr>
        <p:spPr>
          <a:xfrm>
            <a:off x="6728155" y="4604802"/>
            <a:ext cx="896112" cy="438912"/>
          </a:xfrm>
          <a:prstGeom prst="rect">
            <a:avLst/>
          </a:prstGeom>
          <a:solidFill>
            <a:srgbClr val="F9F9F9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Shape 110"/>
          <p:cNvSpPr/>
          <p:nvPr/>
        </p:nvSpPr>
        <p:spPr>
          <a:xfrm>
            <a:off x="7624267" y="4604802"/>
            <a:ext cx="896112" cy="438912"/>
          </a:xfrm>
          <a:prstGeom prst="rect">
            <a:avLst/>
          </a:prstGeom>
          <a:solidFill>
            <a:srgbClr val="F9F9F9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274320" y="1371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TESTING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8B0000"/>
                </a:solidFill>
              </a:rPr>
              <a:t>Test Cases &amp; Results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777240" cy="402336"/>
          </a:xfrm>
          <a:prstGeom prst="rect">
            <a:avLst/>
          </a:prstGeom>
          <a:solidFill>
            <a:srgbClr val="8B0000"/>
          </a:solidFill>
          <a:ln w="12700">
            <a:solidFill>
              <a:srgbClr val="AA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170432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Test ID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43000" y="1170432"/>
            <a:ext cx="914400" cy="402336"/>
          </a:xfrm>
          <a:prstGeom prst="rect">
            <a:avLst/>
          </a:prstGeom>
          <a:solidFill>
            <a:srgbClr val="8B0000"/>
          </a:solidFill>
          <a:ln w="12700">
            <a:solidFill>
              <a:srgbClr val="AA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143000" y="1170432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Module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057400" y="1170432"/>
            <a:ext cx="2011680" cy="402336"/>
          </a:xfrm>
          <a:prstGeom prst="rect">
            <a:avLst/>
          </a:prstGeom>
          <a:solidFill>
            <a:srgbClr val="8B0000"/>
          </a:solidFill>
          <a:ln w="12700">
            <a:solidFill>
              <a:srgbClr val="AA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057400" y="1170432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Input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069080" y="1170432"/>
            <a:ext cx="2011680" cy="402336"/>
          </a:xfrm>
          <a:prstGeom prst="rect">
            <a:avLst/>
          </a:prstGeom>
          <a:solidFill>
            <a:srgbClr val="8B0000"/>
          </a:solidFill>
          <a:ln w="12700">
            <a:solidFill>
              <a:srgbClr val="AA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069080" y="1170432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Expected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80760" y="1170432"/>
            <a:ext cx="685800" cy="402336"/>
          </a:xfrm>
          <a:prstGeom prst="rect">
            <a:avLst/>
          </a:prstGeom>
          <a:solidFill>
            <a:srgbClr val="8B0000"/>
          </a:solidFill>
          <a:ln w="12700">
            <a:solidFill>
              <a:srgbClr val="AA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080760" y="1170432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Result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1572768"/>
            <a:ext cx="7772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5760" y="1572768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1A"/>
                </a:solidFill>
              </a:rPr>
              <a:t>TC-01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143000" y="1572768"/>
            <a:ext cx="9144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143000" y="1572768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1A"/>
                </a:solidFill>
              </a:rPr>
              <a:t>Donor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057400" y="1572768"/>
            <a:ext cx="20116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057400" y="157276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1A"/>
                </a:solidFill>
              </a:rPr>
              <a:t>Age = 17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069080" y="1572768"/>
            <a:ext cx="20116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069080" y="157276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1A"/>
                </a:solidFill>
              </a:rPr>
              <a:t>Error: must be 18–65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080760" y="1572768"/>
            <a:ext cx="685800" cy="402336"/>
          </a:xfrm>
          <a:prstGeom prst="rect">
            <a:avLst/>
          </a:prstGeom>
          <a:solidFill>
            <a:srgbClr val="FFE8E8"/>
          </a:solidFill>
          <a:ln w="12700">
            <a:solidFill>
              <a:srgbClr val="DD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080760" y="1572768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0000"/>
                </a:solidFill>
              </a:rPr>
              <a:t>PASS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1975104"/>
            <a:ext cx="777240" cy="402336"/>
          </a:xfrm>
          <a:prstGeom prst="rect">
            <a:avLst/>
          </a:prstGeom>
          <a:solidFill>
            <a:srgbClr val="FFF5F5"/>
          </a:solidFill>
          <a:ln w="12700">
            <a:solidFill>
              <a:srgbClr val="DD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65760" y="1975104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1A"/>
                </a:solidFill>
              </a:rPr>
              <a:t>TC-02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143000" y="1975104"/>
            <a:ext cx="914400" cy="402336"/>
          </a:xfrm>
          <a:prstGeom prst="rect">
            <a:avLst/>
          </a:prstGeom>
          <a:solidFill>
            <a:srgbClr val="FFF5F5"/>
          </a:solidFill>
          <a:ln w="12700">
            <a:solidFill>
              <a:srgbClr val="DD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143000" y="1975104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1A"/>
                </a:solidFill>
              </a:rPr>
              <a:t>Donor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057400" y="1975104"/>
            <a:ext cx="2011680" cy="402336"/>
          </a:xfrm>
          <a:prstGeom prst="rect">
            <a:avLst/>
          </a:prstGeom>
          <a:solidFill>
            <a:srgbClr val="FFF5F5"/>
          </a:solidFill>
          <a:ln w="12700">
            <a:solidFill>
              <a:srgbClr val="DD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057400" y="1975104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1A"/>
                </a:solidFill>
              </a:rPr>
              <a:t>Blood Group = 'XY'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069080" y="1975104"/>
            <a:ext cx="2011680" cy="402336"/>
          </a:xfrm>
          <a:prstGeom prst="rect">
            <a:avLst/>
          </a:prstGeom>
          <a:solidFill>
            <a:srgbClr val="FFF5F5"/>
          </a:solidFill>
          <a:ln w="12700">
            <a:solidFill>
              <a:srgbClr val="DD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069080" y="1975104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1A"/>
                </a:solidFill>
              </a:rPr>
              <a:t>Error: invalid group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080760" y="1975104"/>
            <a:ext cx="685800" cy="402336"/>
          </a:xfrm>
          <a:prstGeom prst="rect">
            <a:avLst/>
          </a:prstGeom>
          <a:solidFill>
            <a:srgbClr val="FFE8E8"/>
          </a:solidFill>
          <a:ln w="12700">
            <a:solidFill>
              <a:srgbClr val="DD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080760" y="1975104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0000"/>
                </a:solidFill>
              </a:rPr>
              <a:t>PASS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65760" y="2377440"/>
            <a:ext cx="7772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65760" y="2377440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1A"/>
                </a:solidFill>
              </a:rPr>
              <a:t>TC-03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1143000" y="2377440"/>
            <a:ext cx="9144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143000" y="2377440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1A"/>
                </a:solidFill>
              </a:rPr>
              <a:t>Stock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057400" y="2377440"/>
            <a:ext cx="20116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2057400" y="237744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1A"/>
                </a:solidFill>
              </a:rPr>
              <a:t>Consume 200 units of O+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069080" y="2377440"/>
            <a:ext cx="20116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069080" y="237744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1A"/>
                </a:solidFill>
              </a:rPr>
              <a:t>Error: insufficient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080760" y="2377440"/>
            <a:ext cx="685800" cy="402336"/>
          </a:xfrm>
          <a:prstGeom prst="rect">
            <a:avLst/>
          </a:prstGeom>
          <a:solidFill>
            <a:srgbClr val="FFE8E8"/>
          </a:solidFill>
          <a:ln w="12700">
            <a:solidFill>
              <a:srgbClr val="DD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080760" y="2377440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0000"/>
                </a:solidFill>
              </a:rPr>
              <a:t>PASS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65760" y="2779776"/>
            <a:ext cx="777240" cy="402336"/>
          </a:xfrm>
          <a:prstGeom prst="rect">
            <a:avLst/>
          </a:prstGeom>
          <a:solidFill>
            <a:srgbClr val="FFF5F5"/>
          </a:solidFill>
          <a:ln w="12700">
            <a:solidFill>
              <a:srgbClr val="DD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365760" y="2779776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1A"/>
                </a:solidFill>
              </a:rPr>
              <a:t>TC-04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1143000" y="2779776"/>
            <a:ext cx="914400" cy="402336"/>
          </a:xfrm>
          <a:prstGeom prst="rect">
            <a:avLst/>
          </a:prstGeom>
          <a:solidFill>
            <a:srgbClr val="FFF5F5"/>
          </a:solidFill>
          <a:ln w="12700">
            <a:solidFill>
              <a:srgbClr val="DD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1143000" y="2779776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1A"/>
                </a:solidFill>
              </a:rPr>
              <a:t>Request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2057400" y="2779776"/>
            <a:ext cx="2011680" cy="402336"/>
          </a:xfrm>
          <a:prstGeom prst="rect">
            <a:avLst/>
          </a:prstGeom>
          <a:solidFill>
            <a:srgbClr val="FFF5F5"/>
          </a:solidFill>
          <a:ln w="12700">
            <a:solidFill>
              <a:srgbClr val="DD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2057400" y="2779776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1A"/>
                </a:solidFill>
              </a:rPr>
              <a:t>Process with sufficient stock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069080" y="2779776"/>
            <a:ext cx="2011680" cy="402336"/>
          </a:xfrm>
          <a:prstGeom prst="rect">
            <a:avLst/>
          </a:prstGeom>
          <a:solidFill>
            <a:srgbClr val="FFF5F5"/>
          </a:solidFill>
          <a:ln w="12700">
            <a:solidFill>
              <a:srgbClr val="DD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4069080" y="2779776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1A"/>
                </a:solidFill>
              </a:rPr>
              <a:t>Request fulfilled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6080760" y="2779776"/>
            <a:ext cx="685800" cy="402336"/>
          </a:xfrm>
          <a:prstGeom prst="rect">
            <a:avLst/>
          </a:prstGeom>
          <a:solidFill>
            <a:srgbClr val="FFE8E8"/>
          </a:solidFill>
          <a:ln w="12700">
            <a:solidFill>
              <a:srgbClr val="DD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6080760" y="2779776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0000"/>
                </a:solidFill>
              </a:rPr>
              <a:t>PASS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365760" y="3182112"/>
            <a:ext cx="7772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365760" y="3182112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1A"/>
                </a:solidFill>
              </a:rPr>
              <a:t>TC-05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1143000" y="3182112"/>
            <a:ext cx="9144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1143000" y="3182112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1A"/>
                </a:solidFill>
              </a:rPr>
              <a:t>History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2057400" y="3182112"/>
            <a:ext cx="20116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2057400" y="3182112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1A"/>
                </a:solidFill>
              </a:rPr>
              <a:t>Push 3, display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4069080" y="3182112"/>
            <a:ext cx="20116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4069080" y="3182112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1A"/>
                </a:solidFill>
              </a:rPr>
              <a:t>Most recent first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6080760" y="3182112"/>
            <a:ext cx="685800" cy="402336"/>
          </a:xfrm>
          <a:prstGeom prst="rect">
            <a:avLst/>
          </a:prstGeom>
          <a:solidFill>
            <a:srgbClr val="FFE8E8"/>
          </a:solidFill>
          <a:ln w="12700">
            <a:solidFill>
              <a:srgbClr val="DD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6080760" y="3182112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0000"/>
                </a:solidFill>
              </a:rPr>
              <a:t>PASS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365760" y="3584448"/>
            <a:ext cx="777240" cy="402336"/>
          </a:xfrm>
          <a:prstGeom prst="rect">
            <a:avLst/>
          </a:prstGeom>
          <a:solidFill>
            <a:srgbClr val="FFF5F5"/>
          </a:solidFill>
          <a:ln w="12700">
            <a:solidFill>
              <a:srgbClr val="DD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365760" y="3584448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1A"/>
                </a:solidFill>
              </a:rPr>
              <a:t>TC-06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1143000" y="3584448"/>
            <a:ext cx="914400" cy="402336"/>
          </a:xfrm>
          <a:prstGeom prst="rect">
            <a:avLst/>
          </a:prstGeom>
          <a:solidFill>
            <a:srgbClr val="FFF5F5"/>
          </a:solidFill>
          <a:ln w="12700">
            <a:solidFill>
              <a:srgbClr val="DD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1143000" y="3584448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1A"/>
                </a:solidFill>
              </a:rPr>
              <a:t>Graph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2057400" y="3584448"/>
            <a:ext cx="2011680" cy="402336"/>
          </a:xfrm>
          <a:prstGeom prst="rect">
            <a:avLst/>
          </a:prstGeom>
          <a:solidFill>
            <a:srgbClr val="FFF5F5"/>
          </a:solidFill>
          <a:ln w="12700">
            <a:solidFill>
              <a:srgbClr val="DD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2057400" y="35844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1A"/>
                </a:solidFill>
              </a:rPr>
              <a:t>Closest to General Hospital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4069080" y="3584448"/>
            <a:ext cx="2011680" cy="402336"/>
          </a:xfrm>
          <a:prstGeom prst="rect">
            <a:avLst/>
          </a:prstGeom>
          <a:solidFill>
            <a:srgbClr val="FFF5F5"/>
          </a:solidFill>
          <a:ln w="12700">
            <a:solidFill>
              <a:srgbClr val="DD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4069080" y="35844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1A"/>
                </a:solidFill>
              </a:rPr>
              <a:t>Red Cross (3 km)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6080760" y="3584448"/>
            <a:ext cx="685800" cy="402336"/>
          </a:xfrm>
          <a:prstGeom prst="rect">
            <a:avLst/>
          </a:prstGeom>
          <a:solidFill>
            <a:srgbClr val="FFE8E8"/>
          </a:solidFill>
          <a:ln w="12700">
            <a:solidFill>
              <a:srgbClr val="DD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6080760" y="3584448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0000"/>
                </a:solidFill>
              </a:rPr>
              <a:t>PASS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365760" y="3986784"/>
            <a:ext cx="7772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365760" y="3986784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1A"/>
                </a:solidFill>
              </a:rPr>
              <a:t>TC-07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1143000" y="3986784"/>
            <a:ext cx="9144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1143000" y="3986784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1A"/>
                </a:solidFill>
              </a:rPr>
              <a:t>Compat.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2057400" y="3986784"/>
            <a:ext cx="20116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2057400" y="3986784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1A"/>
                </a:solidFill>
              </a:rPr>
              <a:t>Patient: AB+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4069080" y="3986784"/>
            <a:ext cx="20116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4069080" y="3986784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1A"/>
                </a:solidFill>
              </a:rPr>
              <a:t>All 8 groups listed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6080760" y="3986784"/>
            <a:ext cx="685800" cy="402336"/>
          </a:xfrm>
          <a:prstGeom prst="rect">
            <a:avLst/>
          </a:prstGeom>
          <a:solidFill>
            <a:srgbClr val="FFE8E8"/>
          </a:solidFill>
          <a:ln w="12700">
            <a:solidFill>
              <a:srgbClr val="DD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6080760" y="3986784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0000"/>
                </a:solidFill>
              </a:rPr>
              <a:t>PASS</a:t>
            </a:r>
            <a:endParaRPr lang="en-US" sz="1100" dirty="0"/>
          </a:p>
        </p:txBody>
      </p:sp>
      <p:sp>
        <p:nvSpPr>
          <p:cNvPr id="86" name="Shape 84"/>
          <p:cNvSpPr/>
          <p:nvPr/>
        </p:nvSpPr>
        <p:spPr>
          <a:xfrm>
            <a:off x="365760" y="4389120"/>
            <a:ext cx="777240" cy="402336"/>
          </a:xfrm>
          <a:prstGeom prst="rect">
            <a:avLst/>
          </a:prstGeom>
          <a:solidFill>
            <a:srgbClr val="FFF5F5"/>
          </a:solidFill>
          <a:ln w="12700">
            <a:solidFill>
              <a:srgbClr val="DD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/>
          <p:nvPr/>
        </p:nvSpPr>
        <p:spPr>
          <a:xfrm>
            <a:off x="365760" y="4389120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1A"/>
                </a:solidFill>
              </a:rPr>
              <a:t>TC-08</a:t>
            </a:r>
            <a:endParaRPr lang="en-US" sz="950" dirty="0"/>
          </a:p>
        </p:txBody>
      </p:sp>
      <p:sp>
        <p:nvSpPr>
          <p:cNvPr id="88" name="Shape 86"/>
          <p:cNvSpPr/>
          <p:nvPr/>
        </p:nvSpPr>
        <p:spPr>
          <a:xfrm>
            <a:off x="1143000" y="4389120"/>
            <a:ext cx="914400" cy="402336"/>
          </a:xfrm>
          <a:prstGeom prst="rect">
            <a:avLst/>
          </a:prstGeom>
          <a:solidFill>
            <a:srgbClr val="FFF5F5"/>
          </a:solidFill>
          <a:ln w="12700">
            <a:solidFill>
              <a:srgbClr val="DD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 87"/>
          <p:cNvSpPr/>
          <p:nvPr/>
        </p:nvSpPr>
        <p:spPr>
          <a:xfrm>
            <a:off x="1143000" y="4389120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1A"/>
                </a:solidFill>
              </a:rPr>
              <a:t>File I/O</a:t>
            </a:r>
            <a:endParaRPr lang="en-US" sz="950" dirty="0"/>
          </a:p>
        </p:txBody>
      </p:sp>
      <p:sp>
        <p:nvSpPr>
          <p:cNvPr id="90" name="Shape 88"/>
          <p:cNvSpPr/>
          <p:nvPr/>
        </p:nvSpPr>
        <p:spPr>
          <a:xfrm>
            <a:off x="2057400" y="4389120"/>
            <a:ext cx="2011680" cy="402336"/>
          </a:xfrm>
          <a:prstGeom prst="rect">
            <a:avLst/>
          </a:prstGeom>
          <a:solidFill>
            <a:srgbClr val="FFF5F5"/>
          </a:solidFill>
          <a:ln w="12700">
            <a:solidFill>
              <a:srgbClr val="DD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89"/>
          <p:cNvSpPr/>
          <p:nvPr/>
        </p:nvSpPr>
        <p:spPr>
          <a:xfrm>
            <a:off x="2057400" y="438912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1A"/>
                </a:solidFill>
              </a:rPr>
              <a:t>Save → restart → load</a:t>
            </a:r>
            <a:endParaRPr lang="en-US" sz="950" dirty="0"/>
          </a:p>
        </p:txBody>
      </p:sp>
      <p:sp>
        <p:nvSpPr>
          <p:cNvPr id="92" name="Shape 90"/>
          <p:cNvSpPr/>
          <p:nvPr/>
        </p:nvSpPr>
        <p:spPr>
          <a:xfrm>
            <a:off x="4069080" y="4389120"/>
            <a:ext cx="2011680" cy="402336"/>
          </a:xfrm>
          <a:prstGeom prst="rect">
            <a:avLst/>
          </a:prstGeom>
          <a:solidFill>
            <a:srgbClr val="FFF5F5"/>
          </a:solidFill>
          <a:ln w="12700">
            <a:solidFill>
              <a:srgbClr val="DD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 91"/>
          <p:cNvSpPr/>
          <p:nvPr/>
        </p:nvSpPr>
        <p:spPr>
          <a:xfrm>
            <a:off x="4069080" y="438912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1A"/>
                </a:solidFill>
              </a:rPr>
              <a:t>All records restored</a:t>
            </a:r>
            <a:endParaRPr lang="en-US" sz="950" dirty="0"/>
          </a:p>
        </p:txBody>
      </p:sp>
      <p:sp>
        <p:nvSpPr>
          <p:cNvPr id="94" name="Shape 92"/>
          <p:cNvSpPr/>
          <p:nvPr/>
        </p:nvSpPr>
        <p:spPr>
          <a:xfrm>
            <a:off x="6080760" y="4389120"/>
            <a:ext cx="685800" cy="402336"/>
          </a:xfrm>
          <a:prstGeom prst="rect">
            <a:avLst/>
          </a:prstGeom>
          <a:solidFill>
            <a:srgbClr val="FFE8E8"/>
          </a:solidFill>
          <a:ln w="12700">
            <a:solidFill>
              <a:srgbClr val="DD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Text 93"/>
          <p:cNvSpPr/>
          <p:nvPr/>
        </p:nvSpPr>
        <p:spPr>
          <a:xfrm>
            <a:off x="6080760" y="4389120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0000"/>
                </a:solidFill>
              </a:rPr>
              <a:t>PASS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8B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6B0000"/>
          </a:solidFill>
          <a:ln w="12700">
            <a:solidFill>
              <a:srgbClr val="6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5486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Conclusion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1188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CCCC"/>
                </a:solidFill>
              </a:rPr>
              <a:t>Summary of Achievements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691640"/>
            <a:ext cx="182880" cy="182880"/>
          </a:xfrm>
          <a:prstGeom prst="ellipse">
            <a:avLst/>
          </a:prstGeom>
          <a:solidFill>
            <a:srgbClr val="FFAAAA"/>
          </a:solidFill>
          <a:ln w="12700">
            <a:solidFill>
              <a:srgbClr val="FF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6733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EEEE"/>
                </a:solidFill>
              </a:rPr>
              <a:t>5 data structures integrated seamlessly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2084832"/>
            <a:ext cx="182880" cy="182880"/>
          </a:xfrm>
          <a:prstGeom prst="ellipse">
            <a:avLst/>
          </a:prstGeom>
          <a:solidFill>
            <a:srgbClr val="FFAAAA"/>
          </a:solidFill>
          <a:ln w="12700">
            <a:solidFill>
              <a:srgbClr val="FF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206654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EEEE"/>
                </a:solidFill>
              </a:rPr>
              <a:t>Full CRUD donor management (Linked List)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2478024"/>
            <a:ext cx="182880" cy="182880"/>
          </a:xfrm>
          <a:prstGeom prst="ellipse">
            <a:avLst/>
          </a:prstGeom>
          <a:solidFill>
            <a:srgbClr val="FFAAAA"/>
          </a:solidFill>
          <a:ln w="12700">
            <a:solidFill>
              <a:srgbClr val="FF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245973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EEEE"/>
                </a:solidFill>
              </a:rPr>
              <a:t>Fair O(1) request processing (Queue)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871216"/>
            <a:ext cx="182880" cy="182880"/>
          </a:xfrm>
          <a:prstGeom prst="ellipse">
            <a:avLst/>
          </a:prstGeom>
          <a:solidFill>
            <a:srgbClr val="FFAAAA"/>
          </a:solidFill>
          <a:ln w="12700">
            <a:solidFill>
              <a:srgbClr val="FF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28529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EEEE"/>
                </a:solidFill>
              </a:rPr>
              <a:t>Chronological history logs (Stack)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3264408"/>
            <a:ext cx="182880" cy="182880"/>
          </a:xfrm>
          <a:prstGeom prst="ellipse">
            <a:avLst/>
          </a:prstGeom>
          <a:solidFill>
            <a:srgbClr val="FFAAAA"/>
          </a:solidFill>
          <a:ln w="12700">
            <a:solidFill>
              <a:srgbClr val="FF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32461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EEEE"/>
                </a:solidFill>
              </a:rPr>
              <a:t>Real-time O(log n) stock lookup (BST)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3657600"/>
            <a:ext cx="182880" cy="182880"/>
          </a:xfrm>
          <a:prstGeom prst="ellipse">
            <a:avLst/>
          </a:prstGeom>
          <a:solidFill>
            <a:srgbClr val="FFAAAA"/>
          </a:solidFill>
          <a:ln w="12700">
            <a:solidFill>
              <a:srgbClr val="FF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36393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EEEE"/>
                </a:solidFill>
              </a:rPr>
              <a:t>Geographic bank routing (Graph)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4050792"/>
            <a:ext cx="182880" cy="182880"/>
          </a:xfrm>
          <a:prstGeom prst="ellipse">
            <a:avLst/>
          </a:prstGeom>
          <a:solidFill>
            <a:srgbClr val="FFAAAA"/>
          </a:solidFill>
          <a:ln w="12700">
            <a:solidFill>
              <a:srgbClr val="FF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403250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EEEE"/>
                </a:solidFill>
              </a:rPr>
              <a:t>All 8 test cases passing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4443984"/>
            <a:ext cx="182880" cy="182880"/>
          </a:xfrm>
          <a:prstGeom prst="ellipse">
            <a:avLst/>
          </a:prstGeom>
          <a:solidFill>
            <a:srgbClr val="FFAAAA"/>
          </a:solidFill>
          <a:ln w="12700">
            <a:solidFill>
              <a:srgbClr val="FF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8640" y="442569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EEEE"/>
                </a:solidFill>
              </a:rPr>
              <a:t>Persistent data across sessions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840480" y="5486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Future Enhancements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365760" y="1097280"/>
            <a:ext cx="8412480" cy="0"/>
          </a:xfrm>
          <a:prstGeom prst="line">
            <a:avLst/>
          </a:prstGeom>
          <a:noFill/>
          <a:ln w="12700">
            <a:solidFill>
              <a:srgbClr val="DD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840480" y="1234440"/>
            <a:ext cx="5029200" cy="530352"/>
          </a:xfrm>
          <a:prstGeom prst="rect">
            <a:avLst/>
          </a:prstGeom>
          <a:solidFill>
            <a:srgbClr val="7A0000">
              <a:alpha val="80000"/>
            </a:srgbClr>
          </a:solidFill>
          <a:ln w="12700">
            <a:solidFill>
              <a:srgbClr val="AA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023360" y="1234440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🖥  GUI using Qt or wxWidgets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840480" y="1856232"/>
            <a:ext cx="5029200" cy="530352"/>
          </a:xfrm>
          <a:prstGeom prst="rect">
            <a:avLst/>
          </a:prstGeom>
          <a:solidFill>
            <a:srgbClr val="7A0000">
              <a:alpha val="80000"/>
            </a:srgbClr>
          </a:solidFill>
          <a:ln w="12700">
            <a:solidFill>
              <a:srgbClr val="AA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023360" y="1856232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🗄  MySQL / SQLite database integration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840480" y="2478024"/>
            <a:ext cx="5029200" cy="530352"/>
          </a:xfrm>
          <a:prstGeom prst="rect">
            <a:avLst/>
          </a:prstGeom>
          <a:solidFill>
            <a:srgbClr val="7A0000">
              <a:alpha val="80000"/>
            </a:srgbClr>
          </a:solidFill>
          <a:ln w="12700">
            <a:solidFill>
              <a:srgbClr val="AA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023360" y="2478024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🔍  Dijkstra's algorithm for optimal routing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840480" y="3099816"/>
            <a:ext cx="5029200" cy="530352"/>
          </a:xfrm>
          <a:prstGeom prst="rect">
            <a:avLst/>
          </a:prstGeom>
          <a:solidFill>
            <a:srgbClr val="7A0000">
              <a:alpha val="80000"/>
            </a:srgbClr>
          </a:solidFill>
          <a:ln w="12700">
            <a:solidFill>
              <a:srgbClr val="AA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023360" y="3099816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📱  Mobile/web front-end for donors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840480" y="3721608"/>
            <a:ext cx="5029200" cy="530352"/>
          </a:xfrm>
          <a:prstGeom prst="rect">
            <a:avLst/>
          </a:prstGeom>
          <a:solidFill>
            <a:srgbClr val="7A0000">
              <a:alpha val="80000"/>
            </a:srgbClr>
          </a:solidFill>
          <a:ln w="12700">
            <a:solidFill>
              <a:srgbClr val="AA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023360" y="3721608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📧  SMS/email notifications for matches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840480" y="4343400"/>
            <a:ext cx="5029200" cy="530352"/>
          </a:xfrm>
          <a:prstGeom prst="rect">
            <a:avLst/>
          </a:prstGeom>
          <a:solidFill>
            <a:srgbClr val="7A0000">
              <a:alpha val="80000"/>
            </a:srgbClr>
          </a:solidFill>
          <a:ln w="12700">
            <a:solidFill>
              <a:srgbClr val="AA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023360" y="4343400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📊  Analytics dashboard for blood supply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8B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954530"/>
            <a:ext cx="9144000" cy="1234440"/>
          </a:xfrm>
          <a:prstGeom prst="rect">
            <a:avLst/>
          </a:prstGeom>
          <a:solidFill>
            <a:srgbClr val="6B0000"/>
          </a:solidFill>
          <a:ln w="12700">
            <a:solidFill>
              <a:srgbClr val="6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202311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</a:rPr>
              <a:t>Thank You</a:t>
            </a:r>
            <a:endParaRPr lang="en-US" sz="5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568</Words>
  <Application>Microsoft Office PowerPoint</Application>
  <PresentationFormat>On-screen Show (16:9)</PresentationFormat>
  <Paragraphs>169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Blood Donation Management System</dc:title>
  <dc:subject>PptxGenJS Presentation</dc:subject>
  <dc:creator>CS Project</dc:creator>
  <cp:lastModifiedBy>09-131242-022</cp:lastModifiedBy>
  <cp:revision>4</cp:revision>
  <dcterms:created xsi:type="dcterms:W3CDTF">2026-06-02T04:22:10Z</dcterms:created>
  <dcterms:modified xsi:type="dcterms:W3CDTF">2026-06-02T07:41:49Z</dcterms:modified>
</cp:coreProperties>
</file>